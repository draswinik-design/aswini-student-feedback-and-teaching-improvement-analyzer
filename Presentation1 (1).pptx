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56" r:id="rId3"/>
    <p:sldId id="257" r:id="rId4"/>
    <p:sldId id="258" r:id="rId5"/>
    <p:sldId id="259" r:id="rId6"/>
    <p:sldId id="262" r:id="rId7"/>
    <p:sldId id="263" r:id="rId8"/>
    <p:sldId id="264" r:id="rId9"/>
    <p:sldId id="265" r:id="rId10"/>
    <p:sldId id="266" r:id="rId11"/>
    <p:sldId id="267" r:id="rId12"/>
    <p:sldId id="268" r:id="rId13"/>
    <p:sldId id="269"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22" d="100"/>
          <a:sy n="122" d="100"/>
        </p:scale>
        <p:origin x="96" y="2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ADFDBF-FFA6-4121-BC28-1A3E2C8EC399}" type="doc">
      <dgm:prSet loTypeId="urn:microsoft.com/office/officeart/2005/8/layout/vList3" loCatId="list" qsTypeId="urn:microsoft.com/office/officeart/2005/8/quickstyle/simple1" qsCatId="simple" csTypeId="urn:microsoft.com/office/officeart/2005/8/colors/colorful2" csCatId="colorful"/>
      <dgm:spPr/>
      <dgm:t>
        <a:bodyPr/>
        <a:lstStyle/>
        <a:p>
          <a:endParaRPr lang="en-IN"/>
        </a:p>
      </dgm:t>
    </dgm:pt>
    <dgm:pt modelId="{2514A26E-1782-4846-BAC7-5A1BE1A52250}">
      <dgm:prSet/>
      <dgm:spPr/>
      <dgm:t>
        <a:bodyPr/>
        <a:lstStyle/>
        <a:p>
          <a:pPr rtl="0"/>
          <a:r>
            <a:rPr lang="en-US" dirty="0" smtClean="0"/>
            <a:t>Educational institutions collect large volumes of student feedback to evaluate teaching effectiveness and course quality. </a:t>
          </a:r>
          <a:endParaRPr lang="en-IN" dirty="0"/>
        </a:p>
      </dgm:t>
    </dgm:pt>
    <dgm:pt modelId="{B68F6C57-950E-4C34-B167-51204A99C539}" type="parTrans" cxnId="{30E90B15-2B77-4FBD-83F2-E3B5BC538677}">
      <dgm:prSet/>
      <dgm:spPr/>
      <dgm:t>
        <a:bodyPr/>
        <a:lstStyle/>
        <a:p>
          <a:endParaRPr lang="en-IN"/>
        </a:p>
      </dgm:t>
    </dgm:pt>
    <dgm:pt modelId="{43D64740-0E8F-4D62-9AF2-F18146E06961}" type="sibTrans" cxnId="{30E90B15-2B77-4FBD-83F2-E3B5BC538677}">
      <dgm:prSet/>
      <dgm:spPr/>
      <dgm:t>
        <a:bodyPr/>
        <a:lstStyle/>
        <a:p>
          <a:endParaRPr lang="en-IN"/>
        </a:p>
      </dgm:t>
    </dgm:pt>
    <dgm:pt modelId="{6477C228-FCC8-46BC-8F86-B3319C5D7174}">
      <dgm:prSet/>
      <dgm:spPr/>
      <dgm:t>
        <a:bodyPr/>
        <a:lstStyle/>
        <a:p>
          <a:pPr rtl="0"/>
          <a:r>
            <a:rPr lang="en-US" smtClean="0"/>
            <a:t>In this study, 500 responses were collected, covering faculty, courses, departments, and semesters. </a:t>
          </a:r>
          <a:endParaRPr lang="en-IN"/>
        </a:p>
      </dgm:t>
    </dgm:pt>
    <dgm:pt modelId="{BD6B1D65-EFB0-4B3D-89D8-B5BCD3B69197}" type="parTrans" cxnId="{0D2A93F0-8E61-40AA-A257-9A01758DEC32}">
      <dgm:prSet/>
      <dgm:spPr/>
      <dgm:t>
        <a:bodyPr/>
        <a:lstStyle/>
        <a:p>
          <a:endParaRPr lang="en-IN"/>
        </a:p>
      </dgm:t>
    </dgm:pt>
    <dgm:pt modelId="{A7A86EBA-3E6F-4387-BD80-BC4D8BA14D3F}" type="sibTrans" cxnId="{0D2A93F0-8E61-40AA-A257-9A01758DEC32}">
      <dgm:prSet/>
      <dgm:spPr/>
      <dgm:t>
        <a:bodyPr/>
        <a:lstStyle/>
        <a:p>
          <a:endParaRPr lang="en-IN"/>
        </a:p>
      </dgm:t>
    </dgm:pt>
    <dgm:pt modelId="{E647A315-8A42-4117-A8BD-28F4CA821AA6}">
      <dgm:prSet/>
      <dgm:spPr/>
      <dgm:t>
        <a:bodyPr/>
        <a:lstStyle/>
        <a:p>
          <a:pPr rtl="0"/>
          <a:r>
            <a:rPr lang="en-US" smtClean="0"/>
            <a:t>However, this data is often underutilized due to lack of structured analysis and proper analytical tools.</a:t>
          </a:r>
          <a:endParaRPr lang="en-IN"/>
        </a:p>
      </dgm:t>
    </dgm:pt>
    <dgm:pt modelId="{55EAEC35-67D4-494F-88AE-A591636641D7}" type="parTrans" cxnId="{4268E10E-4054-481E-843A-E9E5A7758D4D}">
      <dgm:prSet/>
      <dgm:spPr/>
      <dgm:t>
        <a:bodyPr/>
        <a:lstStyle/>
        <a:p>
          <a:endParaRPr lang="en-IN"/>
        </a:p>
      </dgm:t>
    </dgm:pt>
    <dgm:pt modelId="{DDA6AF6D-FA1E-4DC7-9C22-9BB73DCA2970}" type="sibTrans" cxnId="{4268E10E-4054-481E-843A-E9E5A7758D4D}">
      <dgm:prSet/>
      <dgm:spPr/>
      <dgm:t>
        <a:bodyPr/>
        <a:lstStyle/>
        <a:p>
          <a:endParaRPr lang="en-IN"/>
        </a:p>
      </dgm:t>
    </dgm:pt>
    <dgm:pt modelId="{F395F216-9F2D-4C09-A6D8-1276FC743F10}">
      <dgm:prSet/>
      <dgm:spPr/>
      <dgm:t>
        <a:bodyPr/>
        <a:lstStyle/>
        <a:p>
          <a:pPr rtl="0"/>
          <a:r>
            <a:rPr lang="en-US" smtClean="0"/>
            <a:t>While numerical ratings are easy to summarize, textual feedback is difficult and time-consuming to analyze manually. </a:t>
          </a:r>
          <a:endParaRPr lang="en-IN"/>
        </a:p>
      </dgm:t>
    </dgm:pt>
    <dgm:pt modelId="{F5123973-1009-4951-A0A0-BC27BDAE856C}" type="parTrans" cxnId="{85C53808-C991-4349-954C-212DF8E5945C}">
      <dgm:prSet/>
      <dgm:spPr/>
      <dgm:t>
        <a:bodyPr/>
        <a:lstStyle/>
        <a:p>
          <a:endParaRPr lang="en-IN"/>
        </a:p>
      </dgm:t>
    </dgm:pt>
    <dgm:pt modelId="{98DCC8B0-0824-430E-9E65-75D6D23315FF}" type="sibTrans" cxnId="{85C53808-C991-4349-954C-212DF8E5945C}">
      <dgm:prSet/>
      <dgm:spPr/>
      <dgm:t>
        <a:bodyPr/>
        <a:lstStyle/>
        <a:p>
          <a:endParaRPr lang="en-IN"/>
        </a:p>
      </dgm:t>
    </dgm:pt>
    <dgm:pt modelId="{35A9EF8B-7F8E-4EC6-A110-31EC1FECA4EC}">
      <dgm:prSet/>
      <dgm:spPr/>
      <dgm:t>
        <a:bodyPr/>
        <a:lstStyle/>
        <a:p>
          <a:pPr rtl="0"/>
          <a:r>
            <a:rPr lang="en-US" smtClean="0"/>
            <a:t>There is also a lack of integration with AI techniques, making it hard to identify patterns and trends. </a:t>
          </a:r>
          <a:endParaRPr lang="en-IN"/>
        </a:p>
      </dgm:t>
    </dgm:pt>
    <dgm:pt modelId="{5359B2CC-30AE-468E-9A05-67C66DC266CB}" type="parTrans" cxnId="{6F604212-B20C-4315-AB1D-18937ED1A77B}">
      <dgm:prSet/>
      <dgm:spPr/>
      <dgm:t>
        <a:bodyPr/>
        <a:lstStyle/>
        <a:p>
          <a:endParaRPr lang="en-IN"/>
        </a:p>
      </dgm:t>
    </dgm:pt>
    <dgm:pt modelId="{F33C59A0-ED18-460F-AFB7-E17B7A0C8CBB}" type="sibTrans" cxnId="{6F604212-B20C-4315-AB1D-18937ED1A77B}">
      <dgm:prSet/>
      <dgm:spPr/>
      <dgm:t>
        <a:bodyPr/>
        <a:lstStyle/>
        <a:p>
          <a:endParaRPr lang="en-IN"/>
        </a:p>
      </dgm:t>
    </dgm:pt>
    <dgm:pt modelId="{ECDEA4E6-37B0-4B15-8B85-32D9C51B6D0B}">
      <dgm:prSet/>
      <dgm:spPr/>
      <dgm:t>
        <a:bodyPr/>
        <a:lstStyle/>
        <a:p>
          <a:pPr rtl="0"/>
          <a:r>
            <a:rPr lang="en-US" smtClean="0"/>
            <a:t>As a result, important insights related to performance, student satisfaction, and improvement areas are often missed. </a:t>
          </a:r>
          <a:endParaRPr lang="en-IN"/>
        </a:p>
      </dgm:t>
    </dgm:pt>
    <dgm:pt modelId="{AB8B7EFE-3673-4716-98EA-02700E02483D}" type="parTrans" cxnId="{50D7F686-A0D5-496F-874C-B54E3BC5AEA0}">
      <dgm:prSet/>
      <dgm:spPr/>
      <dgm:t>
        <a:bodyPr/>
        <a:lstStyle/>
        <a:p>
          <a:endParaRPr lang="en-IN"/>
        </a:p>
      </dgm:t>
    </dgm:pt>
    <dgm:pt modelId="{88044F90-D9CA-4796-911B-5EFD42A8C29C}" type="sibTrans" cxnId="{50D7F686-A0D5-496F-874C-B54E3BC5AEA0}">
      <dgm:prSet/>
      <dgm:spPr/>
      <dgm:t>
        <a:bodyPr/>
        <a:lstStyle/>
        <a:p>
          <a:endParaRPr lang="en-IN"/>
        </a:p>
      </dgm:t>
    </dgm:pt>
    <dgm:pt modelId="{D1EB8283-FC7A-4C6D-ABC8-C6A89947E409}">
      <dgm:prSet/>
      <dgm:spPr/>
      <dgm:t>
        <a:bodyPr/>
        <a:lstStyle/>
        <a:p>
          <a:pPr rtl="0"/>
          <a:r>
            <a:rPr lang="en-US" smtClean="0"/>
            <a:t>Therefore, there is a need for a data-driven and AI-enabled system to analyze feedback effectively and support better decision-making.</a:t>
          </a:r>
          <a:endParaRPr lang="en-IN"/>
        </a:p>
      </dgm:t>
    </dgm:pt>
    <dgm:pt modelId="{3C8DC96A-A9B7-425F-A660-33744F9A6EE9}" type="parTrans" cxnId="{2C217119-F721-44E4-BFFA-AFA9DAC6CE44}">
      <dgm:prSet/>
      <dgm:spPr/>
      <dgm:t>
        <a:bodyPr/>
        <a:lstStyle/>
        <a:p>
          <a:endParaRPr lang="en-IN"/>
        </a:p>
      </dgm:t>
    </dgm:pt>
    <dgm:pt modelId="{EC0AC121-C938-46CD-9AFD-391CDD874ABF}" type="sibTrans" cxnId="{2C217119-F721-44E4-BFFA-AFA9DAC6CE44}">
      <dgm:prSet/>
      <dgm:spPr/>
      <dgm:t>
        <a:bodyPr/>
        <a:lstStyle/>
        <a:p>
          <a:endParaRPr lang="en-IN"/>
        </a:p>
      </dgm:t>
    </dgm:pt>
    <dgm:pt modelId="{D2C984D2-4D92-478E-A062-B3D60D2591EF}" type="pres">
      <dgm:prSet presAssocID="{06ADFDBF-FFA6-4121-BC28-1A3E2C8EC399}" presName="linearFlow" presStyleCnt="0">
        <dgm:presLayoutVars>
          <dgm:dir/>
          <dgm:resizeHandles val="exact"/>
        </dgm:presLayoutVars>
      </dgm:prSet>
      <dgm:spPr/>
      <dgm:t>
        <a:bodyPr/>
        <a:lstStyle/>
        <a:p>
          <a:endParaRPr lang="en-IN"/>
        </a:p>
      </dgm:t>
    </dgm:pt>
    <dgm:pt modelId="{4EA68A22-57EB-4DFA-8BCB-74091191C0AD}" type="pres">
      <dgm:prSet presAssocID="{2514A26E-1782-4846-BAC7-5A1BE1A52250}" presName="composite" presStyleCnt="0"/>
      <dgm:spPr/>
    </dgm:pt>
    <dgm:pt modelId="{FEB0FF6A-AF79-4195-9A50-EFF84E134AAC}" type="pres">
      <dgm:prSet presAssocID="{2514A26E-1782-4846-BAC7-5A1BE1A52250}" presName="imgShp" presStyleLbl="fgImgPlace1" presStyleIdx="0" presStyleCnt="7"/>
      <dgm:spPr/>
    </dgm:pt>
    <dgm:pt modelId="{DDA06588-2770-4B36-9E21-C687CF878977}" type="pres">
      <dgm:prSet presAssocID="{2514A26E-1782-4846-BAC7-5A1BE1A52250}" presName="txShp" presStyleLbl="node1" presStyleIdx="0" presStyleCnt="7">
        <dgm:presLayoutVars>
          <dgm:bulletEnabled val="1"/>
        </dgm:presLayoutVars>
      </dgm:prSet>
      <dgm:spPr/>
      <dgm:t>
        <a:bodyPr/>
        <a:lstStyle/>
        <a:p>
          <a:endParaRPr lang="en-IN"/>
        </a:p>
      </dgm:t>
    </dgm:pt>
    <dgm:pt modelId="{C0F205CB-0EFF-45A4-AE97-DD10E4B413DE}" type="pres">
      <dgm:prSet presAssocID="{43D64740-0E8F-4D62-9AF2-F18146E06961}" presName="spacing" presStyleCnt="0"/>
      <dgm:spPr/>
    </dgm:pt>
    <dgm:pt modelId="{07A7205C-23E8-4DB8-8434-47C6C7F5E119}" type="pres">
      <dgm:prSet presAssocID="{6477C228-FCC8-46BC-8F86-B3319C5D7174}" presName="composite" presStyleCnt="0"/>
      <dgm:spPr/>
    </dgm:pt>
    <dgm:pt modelId="{A59F8F6E-7B17-4897-837A-44F001F2EC69}" type="pres">
      <dgm:prSet presAssocID="{6477C228-FCC8-46BC-8F86-B3319C5D7174}" presName="imgShp" presStyleLbl="fgImgPlace1" presStyleIdx="1" presStyleCnt="7"/>
      <dgm:spPr/>
    </dgm:pt>
    <dgm:pt modelId="{1DCBED1B-A2EC-4C24-BD9A-E031E68B5C19}" type="pres">
      <dgm:prSet presAssocID="{6477C228-FCC8-46BC-8F86-B3319C5D7174}" presName="txShp" presStyleLbl="node1" presStyleIdx="1" presStyleCnt="7">
        <dgm:presLayoutVars>
          <dgm:bulletEnabled val="1"/>
        </dgm:presLayoutVars>
      </dgm:prSet>
      <dgm:spPr/>
      <dgm:t>
        <a:bodyPr/>
        <a:lstStyle/>
        <a:p>
          <a:endParaRPr lang="en-IN"/>
        </a:p>
      </dgm:t>
    </dgm:pt>
    <dgm:pt modelId="{A90C36AA-F5E3-48FA-81B8-9F69548FBA33}" type="pres">
      <dgm:prSet presAssocID="{A7A86EBA-3E6F-4387-BD80-BC4D8BA14D3F}" presName="spacing" presStyleCnt="0"/>
      <dgm:spPr/>
    </dgm:pt>
    <dgm:pt modelId="{FAF2567F-366A-457A-A3A5-8411F5564CA6}" type="pres">
      <dgm:prSet presAssocID="{E647A315-8A42-4117-A8BD-28F4CA821AA6}" presName="composite" presStyleCnt="0"/>
      <dgm:spPr/>
    </dgm:pt>
    <dgm:pt modelId="{770A7118-1F1D-4592-AD82-069DD8F4A5ED}" type="pres">
      <dgm:prSet presAssocID="{E647A315-8A42-4117-A8BD-28F4CA821AA6}" presName="imgShp" presStyleLbl="fgImgPlace1" presStyleIdx="2" presStyleCnt="7"/>
      <dgm:spPr/>
    </dgm:pt>
    <dgm:pt modelId="{924A1F3A-02C6-4D02-86B5-30469559B90C}" type="pres">
      <dgm:prSet presAssocID="{E647A315-8A42-4117-A8BD-28F4CA821AA6}" presName="txShp" presStyleLbl="node1" presStyleIdx="2" presStyleCnt="7">
        <dgm:presLayoutVars>
          <dgm:bulletEnabled val="1"/>
        </dgm:presLayoutVars>
      </dgm:prSet>
      <dgm:spPr/>
      <dgm:t>
        <a:bodyPr/>
        <a:lstStyle/>
        <a:p>
          <a:endParaRPr lang="en-IN"/>
        </a:p>
      </dgm:t>
    </dgm:pt>
    <dgm:pt modelId="{CE5A7717-D58B-414A-A125-ED7B62F470E5}" type="pres">
      <dgm:prSet presAssocID="{DDA6AF6D-FA1E-4DC7-9C22-9BB73DCA2970}" presName="spacing" presStyleCnt="0"/>
      <dgm:spPr/>
    </dgm:pt>
    <dgm:pt modelId="{FCF38886-9330-4C87-AC8D-40AD76D50414}" type="pres">
      <dgm:prSet presAssocID="{F395F216-9F2D-4C09-A6D8-1276FC743F10}" presName="composite" presStyleCnt="0"/>
      <dgm:spPr/>
    </dgm:pt>
    <dgm:pt modelId="{868378EB-98A2-468D-B2E7-C1BBB59872B6}" type="pres">
      <dgm:prSet presAssocID="{F395F216-9F2D-4C09-A6D8-1276FC743F10}" presName="imgShp" presStyleLbl="fgImgPlace1" presStyleIdx="3" presStyleCnt="7"/>
      <dgm:spPr/>
    </dgm:pt>
    <dgm:pt modelId="{CC5C891F-137D-4CBC-8D82-29AB1523ED53}" type="pres">
      <dgm:prSet presAssocID="{F395F216-9F2D-4C09-A6D8-1276FC743F10}" presName="txShp" presStyleLbl="node1" presStyleIdx="3" presStyleCnt="7">
        <dgm:presLayoutVars>
          <dgm:bulletEnabled val="1"/>
        </dgm:presLayoutVars>
      </dgm:prSet>
      <dgm:spPr/>
      <dgm:t>
        <a:bodyPr/>
        <a:lstStyle/>
        <a:p>
          <a:endParaRPr lang="en-IN"/>
        </a:p>
      </dgm:t>
    </dgm:pt>
    <dgm:pt modelId="{6156B3DD-1A28-4F39-AEDF-5F3F5ABA5D09}" type="pres">
      <dgm:prSet presAssocID="{98DCC8B0-0824-430E-9E65-75D6D23315FF}" presName="spacing" presStyleCnt="0"/>
      <dgm:spPr/>
    </dgm:pt>
    <dgm:pt modelId="{9D4FF487-BB4E-4F7C-BA4A-1AB4A06E3C60}" type="pres">
      <dgm:prSet presAssocID="{35A9EF8B-7F8E-4EC6-A110-31EC1FECA4EC}" presName="composite" presStyleCnt="0"/>
      <dgm:spPr/>
    </dgm:pt>
    <dgm:pt modelId="{B9C0EF8A-5D90-49E0-A4A9-85662727BE81}" type="pres">
      <dgm:prSet presAssocID="{35A9EF8B-7F8E-4EC6-A110-31EC1FECA4EC}" presName="imgShp" presStyleLbl="fgImgPlace1" presStyleIdx="4" presStyleCnt="7"/>
      <dgm:spPr/>
    </dgm:pt>
    <dgm:pt modelId="{DD8FFBA7-8855-4394-AF18-A80524B97FBA}" type="pres">
      <dgm:prSet presAssocID="{35A9EF8B-7F8E-4EC6-A110-31EC1FECA4EC}" presName="txShp" presStyleLbl="node1" presStyleIdx="4" presStyleCnt="7">
        <dgm:presLayoutVars>
          <dgm:bulletEnabled val="1"/>
        </dgm:presLayoutVars>
      </dgm:prSet>
      <dgm:spPr/>
      <dgm:t>
        <a:bodyPr/>
        <a:lstStyle/>
        <a:p>
          <a:endParaRPr lang="en-IN"/>
        </a:p>
      </dgm:t>
    </dgm:pt>
    <dgm:pt modelId="{2B7C05DA-B72D-4C0C-9388-666870740F6A}" type="pres">
      <dgm:prSet presAssocID="{F33C59A0-ED18-460F-AFB7-E17B7A0C8CBB}" presName="spacing" presStyleCnt="0"/>
      <dgm:spPr/>
    </dgm:pt>
    <dgm:pt modelId="{7428F985-F730-415E-B6B7-653F4E335290}" type="pres">
      <dgm:prSet presAssocID="{ECDEA4E6-37B0-4B15-8B85-32D9C51B6D0B}" presName="composite" presStyleCnt="0"/>
      <dgm:spPr/>
    </dgm:pt>
    <dgm:pt modelId="{01C0F1DD-539C-4283-A0F4-46E2D8BCAD07}" type="pres">
      <dgm:prSet presAssocID="{ECDEA4E6-37B0-4B15-8B85-32D9C51B6D0B}" presName="imgShp" presStyleLbl="fgImgPlace1" presStyleIdx="5" presStyleCnt="7"/>
      <dgm:spPr/>
    </dgm:pt>
    <dgm:pt modelId="{CB63687B-E8BE-4825-9E85-04B28A302021}" type="pres">
      <dgm:prSet presAssocID="{ECDEA4E6-37B0-4B15-8B85-32D9C51B6D0B}" presName="txShp" presStyleLbl="node1" presStyleIdx="5" presStyleCnt="7">
        <dgm:presLayoutVars>
          <dgm:bulletEnabled val="1"/>
        </dgm:presLayoutVars>
      </dgm:prSet>
      <dgm:spPr/>
      <dgm:t>
        <a:bodyPr/>
        <a:lstStyle/>
        <a:p>
          <a:endParaRPr lang="en-IN"/>
        </a:p>
      </dgm:t>
    </dgm:pt>
    <dgm:pt modelId="{23EAB4E4-7AEA-426E-8E3F-3ECAF2064E9B}" type="pres">
      <dgm:prSet presAssocID="{88044F90-D9CA-4796-911B-5EFD42A8C29C}" presName="spacing" presStyleCnt="0"/>
      <dgm:spPr/>
    </dgm:pt>
    <dgm:pt modelId="{5825CAE1-FF62-412F-9AA3-C97315100606}" type="pres">
      <dgm:prSet presAssocID="{D1EB8283-FC7A-4C6D-ABC8-C6A89947E409}" presName="composite" presStyleCnt="0"/>
      <dgm:spPr/>
    </dgm:pt>
    <dgm:pt modelId="{6CD4F97A-0795-4A80-BADD-CA6BC296552A}" type="pres">
      <dgm:prSet presAssocID="{D1EB8283-FC7A-4C6D-ABC8-C6A89947E409}" presName="imgShp" presStyleLbl="fgImgPlace1" presStyleIdx="6" presStyleCnt="7"/>
      <dgm:spPr/>
    </dgm:pt>
    <dgm:pt modelId="{1D396585-25DC-4452-B1CD-6822998079E5}" type="pres">
      <dgm:prSet presAssocID="{D1EB8283-FC7A-4C6D-ABC8-C6A89947E409}" presName="txShp" presStyleLbl="node1" presStyleIdx="6" presStyleCnt="7">
        <dgm:presLayoutVars>
          <dgm:bulletEnabled val="1"/>
        </dgm:presLayoutVars>
      </dgm:prSet>
      <dgm:spPr/>
      <dgm:t>
        <a:bodyPr/>
        <a:lstStyle/>
        <a:p>
          <a:endParaRPr lang="en-IN"/>
        </a:p>
      </dgm:t>
    </dgm:pt>
  </dgm:ptLst>
  <dgm:cxnLst>
    <dgm:cxn modelId="{BEEF74C7-657F-4AB3-A8BD-AA5180E743A2}" type="presOf" srcId="{35A9EF8B-7F8E-4EC6-A110-31EC1FECA4EC}" destId="{DD8FFBA7-8855-4394-AF18-A80524B97FBA}" srcOrd="0" destOrd="0" presId="urn:microsoft.com/office/officeart/2005/8/layout/vList3"/>
    <dgm:cxn modelId="{89793377-8132-467B-BA0D-D0D099D62D96}" type="presOf" srcId="{F395F216-9F2D-4C09-A6D8-1276FC743F10}" destId="{CC5C891F-137D-4CBC-8D82-29AB1523ED53}" srcOrd="0" destOrd="0" presId="urn:microsoft.com/office/officeart/2005/8/layout/vList3"/>
    <dgm:cxn modelId="{85C53808-C991-4349-954C-212DF8E5945C}" srcId="{06ADFDBF-FFA6-4121-BC28-1A3E2C8EC399}" destId="{F395F216-9F2D-4C09-A6D8-1276FC743F10}" srcOrd="3" destOrd="0" parTransId="{F5123973-1009-4951-A0A0-BC27BDAE856C}" sibTransId="{98DCC8B0-0824-430E-9E65-75D6D23315FF}"/>
    <dgm:cxn modelId="{2C217119-F721-44E4-BFFA-AFA9DAC6CE44}" srcId="{06ADFDBF-FFA6-4121-BC28-1A3E2C8EC399}" destId="{D1EB8283-FC7A-4C6D-ABC8-C6A89947E409}" srcOrd="6" destOrd="0" parTransId="{3C8DC96A-A9B7-425F-A660-33744F9A6EE9}" sibTransId="{EC0AC121-C938-46CD-9AFD-391CDD874ABF}"/>
    <dgm:cxn modelId="{0D2A93F0-8E61-40AA-A257-9A01758DEC32}" srcId="{06ADFDBF-FFA6-4121-BC28-1A3E2C8EC399}" destId="{6477C228-FCC8-46BC-8F86-B3319C5D7174}" srcOrd="1" destOrd="0" parTransId="{BD6B1D65-EFB0-4B3D-89D8-B5BCD3B69197}" sibTransId="{A7A86EBA-3E6F-4387-BD80-BC4D8BA14D3F}"/>
    <dgm:cxn modelId="{4268E10E-4054-481E-843A-E9E5A7758D4D}" srcId="{06ADFDBF-FFA6-4121-BC28-1A3E2C8EC399}" destId="{E647A315-8A42-4117-A8BD-28F4CA821AA6}" srcOrd="2" destOrd="0" parTransId="{55EAEC35-67D4-494F-88AE-A591636641D7}" sibTransId="{DDA6AF6D-FA1E-4DC7-9C22-9BB73DCA2970}"/>
    <dgm:cxn modelId="{47E4397F-C6FB-4C85-851D-E6618A60EDDB}" type="presOf" srcId="{D1EB8283-FC7A-4C6D-ABC8-C6A89947E409}" destId="{1D396585-25DC-4452-B1CD-6822998079E5}" srcOrd="0" destOrd="0" presId="urn:microsoft.com/office/officeart/2005/8/layout/vList3"/>
    <dgm:cxn modelId="{D26B2940-6CD4-4773-833D-7E89F6F5D9CD}" type="presOf" srcId="{ECDEA4E6-37B0-4B15-8B85-32D9C51B6D0B}" destId="{CB63687B-E8BE-4825-9E85-04B28A302021}" srcOrd="0" destOrd="0" presId="urn:microsoft.com/office/officeart/2005/8/layout/vList3"/>
    <dgm:cxn modelId="{0177C0EF-0730-4031-80EE-7B17136244C2}" type="presOf" srcId="{06ADFDBF-FFA6-4121-BC28-1A3E2C8EC399}" destId="{D2C984D2-4D92-478E-A062-B3D60D2591EF}" srcOrd="0" destOrd="0" presId="urn:microsoft.com/office/officeart/2005/8/layout/vList3"/>
    <dgm:cxn modelId="{6F604212-B20C-4315-AB1D-18937ED1A77B}" srcId="{06ADFDBF-FFA6-4121-BC28-1A3E2C8EC399}" destId="{35A9EF8B-7F8E-4EC6-A110-31EC1FECA4EC}" srcOrd="4" destOrd="0" parTransId="{5359B2CC-30AE-468E-9A05-67C66DC266CB}" sibTransId="{F33C59A0-ED18-460F-AFB7-E17B7A0C8CBB}"/>
    <dgm:cxn modelId="{27726887-4F8F-4D33-ADEF-3DF035BDCCDE}" type="presOf" srcId="{2514A26E-1782-4846-BAC7-5A1BE1A52250}" destId="{DDA06588-2770-4B36-9E21-C687CF878977}" srcOrd="0" destOrd="0" presId="urn:microsoft.com/office/officeart/2005/8/layout/vList3"/>
    <dgm:cxn modelId="{30E90B15-2B77-4FBD-83F2-E3B5BC538677}" srcId="{06ADFDBF-FFA6-4121-BC28-1A3E2C8EC399}" destId="{2514A26E-1782-4846-BAC7-5A1BE1A52250}" srcOrd="0" destOrd="0" parTransId="{B68F6C57-950E-4C34-B167-51204A99C539}" sibTransId="{43D64740-0E8F-4D62-9AF2-F18146E06961}"/>
    <dgm:cxn modelId="{50D7F686-A0D5-496F-874C-B54E3BC5AEA0}" srcId="{06ADFDBF-FFA6-4121-BC28-1A3E2C8EC399}" destId="{ECDEA4E6-37B0-4B15-8B85-32D9C51B6D0B}" srcOrd="5" destOrd="0" parTransId="{AB8B7EFE-3673-4716-98EA-02700E02483D}" sibTransId="{88044F90-D9CA-4796-911B-5EFD42A8C29C}"/>
    <dgm:cxn modelId="{65C2BAB5-C5AF-49F5-8F53-E17E0FA76B40}" type="presOf" srcId="{6477C228-FCC8-46BC-8F86-B3319C5D7174}" destId="{1DCBED1B-A2EC-4C24-BD9A-E031E68B5C19}" srcOrd="0" destOrd="0" presId="urn:microsoft.com/office/officeart/2005/8/layout/vList3"/>
    <dgm:cxn modelId="{2DDA69FA-9DD7-4B13-87A8-C333FCA0CA79}" type="presOf" srcId="{E647A315-8A42-4117-A8BD-28F4CA821AA6}" destId="{924A1F3A-02C6-4D02-86B5-30469559B90C}" srcOrd="0" destOrd="0" presId="urn:microsoft.com/office/officeart/2005/8/layout/vList3"/>
    <dgm:cxn modelId="{F9582C86-2162-414C-8D3A-C7B054B5C037}" type="presParOf" srcId="{D2C984D2-4D92-478E-A062-B3D60D2591EF}" destId="{4EA68A22-57EB-4DFA-8BCB-74091191C0AD}" srcOrd="0" destOrd="0" presId="urn:microsoft.com/office/officeart/2005/8/layout/vList3"/>
    <dgm:cxn modelId="{8D2B4558-A28A-40EB-9A5C-AAE00864CA43}" type="presParOf" srcId="{4EA68A22-57EB-4DFA-8BCB-74091191C0AD}" destId="{FEB0FF6A-AF79-4195-9A50-EFF84E134AAC}" srcOrd="0" destOrd="0" presId="urn:microsoft.com/office/officeart/2005/8/layout/vList3"/>
    <dgm:cxn modelId="{AF1DA611-75B0-4D7D-9FE0-6FE4DDF5494A}" type="presParOf" srcId="{4EA68A22-57EB-4DFA-8BCB-74091191C0AD}" destId="{DDA06588-2770-4B36-9E21-C687CF878977}" srcOrd="1" destOrd="0" presId="urn:microsoft.com/office/officeart/2005/8/layout/vList3"/>
    <dgm:cxn modelId="{FB24292F-7EE8-4F77-86C9-21CDB97D34BD}" type="presParOf" srcId="{D2C984D2-4D92-478E-A062-B3D60D2591EF}" destId="{C0F205CB-0EFF-45A4-AE97-DD10E4B413DE}" srcOrd="1" destOrd="0" presId="urn:microsoft.com/office/officeart/2005/8/layout/vList3"/>
    <dgm:cxn modelId="{1CF7D05E-C8B1-4019-966A-747C254BED02}" type="presParOf" srcId="{D2C984D2-4D92-478E-A062-B3D60D2591EF}" destId="{07A7205C-23E8-4DB8-8434-47C6C7F5E119}" srcOrd="2" destOrd="0" presId="urn:microsoft.com/office/officeart/2005/8/layout/vList3"/>
    <dgm:cxn modelId="{9C1C0D35-BD2C-4CE6-AEDC-F82FBDFFCD9B}" type="presParOf" srcId="{07A7205C-23E8-4DB8-8434-47C6C7F5E119}" destId="{A59F8F6E-7B17-4897-837A-44F001F2EC69}" srcOrd="0" destOrd="0" presId="urn:microsoft.com/office/officeart/2005/8/layout/vList3"/>
    <dgm:cxn modelId="{94D8EEAA-F2B0-4B53-B33C-B8FF1FA663E3}" type="presParOf" srcId="{07A7205C-23E8-4DB8-8434-47C6C7F5E119}" destId="{1DCBED1B-A2EC-4C24-BD9A-E031E68B5C19}" srcOrd="1" destOrd="0" presId="urn:microsoft.com/office/officeart/2005/8/layout/vList3"/>
    <dgm:cxn modelId="{F46EC8E0-5FC8-434B-8EDF-B324263F6C7D}" type="presParOf" srcId="{D2C984D2-4D92-478E-A062-B3D60D2591EF}" destId="{A90C36AA-F5E3-48FA-81B8-9F69548FBA33}" srcOrd="3" destOrd="0" presId="urn:microsoft.com/office/officeart/2005/8/layout/vList3"/>
    <dgm:cxn modelId="{7862A24C-7306-45ED-933F-11336A4898BA}" type="presParOf" srcId="{D2C984D2-4D92-478E-A062-B3D60D2591EF}" destId="{FAF2567F-366A-457A-A3A5-8411F5564CA6}" srcOrd="4" destOrd="0" presId="urn:microsoft.com/office/officeart/2005/8/layout/vList3"/>
    <dgm:cxn modelId="{CEF2BE36-A106-4164-8EAD-DBFA20DB5241}" type="presParOf" srcId="{FAF2567F-366A-457A-A3A5-8411F5564CA6}" destId="{770A7118-1F1D-4592-AD82-069DD8F4A5ED}" srcOrd="0" destOrd="0" presId="urn:microsoft.com/office/officeart/2005/8/layout/vList3"/>
    <dgm:cxn modelId="{44784A2F-27DD-4559-8B9E-4D22FBC60D72}" type="presParOf" srcId="{FAF2567F-366A-457A-A3A5-8411F5564CA6}" destId="{924A1F3A-02C6-4D02-86B5-30469559B90C}" srcOrd="1" destOrd="0" presId="urn:microsoft.com/office/officeart/2005/8/layout/vList3"/>
    <dgm:cxn modelId="{83B22277-FBB1-4415-B025-6B548C5C4655}" type="presParOf" srcId="{D2C984D2-4D92-478E-A062-B3D60D2591EF}" destId="{CE5A7717-D58B-414A-A125-ED7B62F470E5}" srcOrd="5" destOrd="0" presId="urn:microsoft.com/office/officeart/2005/8/layout/vList3"/>
    <dgm:cxn modelId="{DCE37444-BFA4-48FC-82D9-190C573CC4D1}" type="presParOf" srcId="{D2C984D2-4D92-478E-A062-B3D60D2591EF}" destId="{FCF38886-9330-4C87-AC8D-40AD76D50414}" srcOrd="6" destOrd="0" presId="urn:microsoft.com/office/officeart/2005/8/layout/vList3"/>
    <dgm:cxn modelId="{0118E2BD-2E49-4F0A-A218-648BC4D63A31}" type="presParOf" srcId="{FCF38886-9330-4C87-AC8D-40AD76D50414}" destId="{868378EB-98A2-468D-B2E7-C1BBB59872B6}" srcOrd="0" destOrd="0" presId="urn:microsoft.com/office/officeart/2005/8/layout/vList3"/>
    <dgm:cxn modelId="{258AA67C-9AAF-4E2B-BDE5-C7E468451043}" type="presParOf" srcId="{FCF38886-9330-4C87-AC8D-40AD76D50414}" destId="{CC5C891F-137D-4CBC-8D82-29AB1523ED53}" srcOrd="1" destOrd="0" presId="urn:microsoft.com/office/officeart/2005/8/layout/vList3"/>
    <dgm:cxn modelId="{62C2300D-1B86-4A99-82A6-4E2B7409757F}" type="presParOf" srcId="{D2C984D2-4D92-478E-A062-B3D60D2591EF}" destId="{6156B3DD-1A28-4F39-AEDF-5F3F5ABA5D09}" srcOrd="7" destOrd="0" presId="urn:microsoft.com/office/officeart/2005/8/layout/vList3"/>
    <dgm:cxn modelId="{AD772F43-61BA-4F3D-846F-AFB2091E071C}" type="presParOf" srcId="{D2C984D2-4D92-478E-A062-B3D60D2591EF}" destId="{9D4FF487-BB4E-4F7C-BA4A-1AB4A06E3C60}" srcOrd="8" destOrd="0" presId="urn:microsoft.com/office/officeart/2005/8/layout/vList3"/>
    <dgm:cxn modelId="{8DF64C1A-2FAE-4CB6-A2BB-3CC041FC13AF}" type="presParOf" srcId="{9D4FF487-BB4E-4F7C-BA4A-1AB4A06E3C60}" destId="{B9C0EF8A-5D90-49E0-A4A9-85662727BE81}" srcOrd="0" destOrd="0" presId="urn:microsoft.com/office/officeart/2005/8/layout/vList3"/>
    <dgm:cxn modelId="{4AB4E54F-DB7F-4C9A-8998-447B9A9D59BC}" type="presParOf" srcId="{9D4FF487-BB4E-4F7C-BA4A-1AB4A06E3C60}" destId="{DD8FFBA7-8855-4394-AF18-A80524B97FBA}" srcOrd="1" destOrd="0" presId="urn:microsoft.com/office/officeart/2005/8/layout/vList3"/>
    <dgm:cxn modelId="{56704F4E-4DE9-4C34-AEE4-68FDD475B283}" type="presParOf" srcId="{D2C984D2-4D92-478E-A062-B3D60D2591EF}" destId="{2B7C05DA-B72D-4C0C-9388-666870740F6A}" srcOrd="9" destOrd="0" presId="urn:microsoft.com/office/officeart/2005/8/layout/vList3"/>
    <dgm:cxn modelId="{3CEE2383-41BD-4768-9254-726A76759CAB}" type="presParOf" srcId="{D2C984D2-4D92-478E-A062-B3D60D2591EF}" destId="{7428F985-F730-415E-B6B7-653F4E335290}" srcOrd="10" destOrd="0" presId="urn:microsoft.com/office/officeart/2005/8/layout/vList3"/>
    <dgm:cxn modelId="{C9E1CA33-EFBA-4AFA-83EA-ECBD53A9E159}" type="presParOf" srcId="{7428F985-F730-415E-B6B7-653F4E335290}" destId="{01C0F1DD-539C-4283-A0F4-46E2D8BCAD07}" srcOrd="0" destOrd="0" presId="urn:microsoft.com/office/officeart/2005/8/layout/vList3"/>
    <dgm:cxn modelId="{141A2AFF-A9CE-4517-9ADA-DB10AAA54F57}" type="presParOf" srcId="{7428F985-F730-415E-B6B7-653F4E335290}" destId="{CB63687B-E8BE-4825-9E85-04B28A302021}" srcOrd="1" destOrd="0" presId="urn:microsoft.com/office/officeart/2005/8/layout/vList3"/>
    <dgm:cxn modelId="{9DF78FBC-28A9-4843-89C3-84BE3C17D63E}" type="presParOf" srcId="{D2C984D2-4D92-478E-A062-B3D60D2591EF}" destId="{23EAB4E4-7AEA-426E-8E3F-3ECAF2064E9B}" srcOrd="11" destOrd="0" presId="urn:microsoft.com/office/officeart/2005/8/layout/vList3"/>
    <dgm:cxn modelId="{AD765F05-BC04-4FC9-841B-D0C8B9C9C825}" type="presParOf" srcId="{D2C984D2-4D92-478E-A062-B3D60D2591EF}" destId="{5825CAE1-FF62-412F-9AA3-C97315100606}" srcOrd="12" destOrd="0" presId="urn:microsoft.com/office/officeart/2005/8/layout/vList3"/>
    <dgm:cxn modelId="{A4C709A9-251B-491F-967A-8A4CE2552839}" type="presParOf" srcId="{5825CAE1-FF62-412F-9AA3-C97315100606}" destId="{6CD4F97A-0795-4A80-BADD-CA6BC296552A}" srcOrd="0" destOrd="0" presId="urn:microsoft.com/office/officeart/2005/8/layout/vList3"/>
    <dgm:cxn modelId="{8929600E-61F3-455E-8D67-E1948AA0EAC7}" type="presParOf" srcId="{5825CAE1-FF62-412F-9AA3-C97315100606}" destId="{1D396585-25DC-4452-B1CD-6822998079E5}"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10A19E-E273-4D8A-BBB1-934772CF89CE}" type="doc">
      <dgm:prSet loTypeId="urn:microsoft.com/office/officeart/2005/8/layout/vList5" loCatId="list" qsTypeId="urn:microsoft.com/office/officeart/2005/8/quickstyle/simple1" qsCatId="simple" csTypeId="urn:microsoft.com/office/officeart/2005/8/colors/colorful5" csCatId="colorful"/>
      <dgm:spPr/>
      <dgm:t>
        <a:bodyPr/>
        <a:lstStyle/>
        <a:p>
          <a:endParaRPr lang="en-IN"/>
        </a:p>
      </dgm:t>
    </dgm:pt>
    <dgm:pt modelId="{8961FD08-70D1-418A-8B82-0AC9AFF38BF6}">
      <dgm:prSet/>
      <dgm:spPr/>
      <dgm:t>
        <a:bodyPr/>
        <a:lstStyle/>
        <a:p>
          <a:pPr rtl="0"/>
          <a:r>
            <a:rPr lang="en-US" smtClean="0"/>
            <a:t>The analysis of 500 student feedback responses will produce a clean and structured dataset for academic evaluation.</a:t>
          </a:r>
          <a:endParaRPr lang="en-IN"/>
        </a:p>
      </dgm:t>
    </dgm:pt>
    <dgm:pt modelId="{DAC01F84-15D0-4DD3-B2A5-ED6822F54450}" type="parTrans" cxnId="{41C7F961-14D0-4B89-B96B-29C09D42FDF4}">
      <dgm:prSet/>
      <dgm:spPr/>
      <dgm:t>
        <a:bodyPr/>
        <a:lstStyle/>
        <a:p>
          <a:endParaRPr lang="en-IN"/>
        </a:p>
      </dgm:t>
    </dgm:pt>
    <dgm:pt modelId="{33865463-4F59-4BAE-86D3-3489494B117B}" type="sibTrans" cxnId="{41C7F961-14D0-4B89-B96B-29C09D42FDF4}">
      <dgm:prSet/>
      <dgm:spPr/>
      <dgm:t>
        <a:bodyPr/>
        <a:lstStyle/>
        <a:p>
          <a:endParaRPr lang="en-IN"/>
        </a:p>
      </dgm:t>
    </dgm:pt>
    <dgm:pt modelId="{E172F995-21EF-444B-BDBA-78D3FD8F5D95}">
      <dgm:prSet/>
      <dgm:spPr/>
      <dgm:t>
        <a:bodyPr/>
        <a:lstStyle/>
        <a:p>
          <a:pPr rtl="0"/>
          <a:r>
            <a:rPr lang="en-US" smtClean="0"/>
            <a:t>Development of interactive Pivot Tables and dashboards to visualize: </a:t>
          </a:r>
          <a:endParaRPr lang="en-IN"/>
        </a:p>
      </dgm:t>
    </dgm:pt>
    <dgm:pt modelId="{336559EA-C50E-4F79-813C-B1FD04A53715}" type="parTrans" cxnId="{CEB8C421-ED1E-42ED-919C-F7DEED94E2FE}">
      <dgm:prSet/>
      <dgm:spPr/>
      <dgm:t>
        <a:bodyPr/>
        <a:lstStyle/>
        <a:p>
          <a:endParaRPr lang="en-IN"/>
        </a:p>
      </dgm:t>
    </dgm:pt>
    <dgm:pt modelId="{274489B2-F5BA-4D1E-8D36-2D2557394124}" type="sibTrans" cxnId="{CEB8C421-ED1E-42ED-919C-F7DEED94E2FE}">
      <dgm:prSet/>
      <dgm:spPr/>
      <dgm:t>
        <a:bodyPr/>
        <a:lstStyle/>
        <a:p>
          <a:endParaRPr lang="en-IN"/>
        </a:p>
      </dgm:t>
    </dgm:pt>
    <dgm:pt modelId="{31737E2C-118E-412D-8F25-D20884216A8C}">
      <dgm:prSet/>
      <dgm:spPr/>
      <dgm:t>
        <a:bodyPr/>
        <a:lstStyle/>
        <a:p>
          <a:pPr rtl="0"/>
          <a:r>
            <a:rPr lang="en-US" smtClean="0"/>
            <a:t>Faculty-wise performance </a:t>
          </a:r>
          <a:endParaRPr lang="en-IN"/>
        </a:p>
      </dgm:t>
    </dgm:pt>
    <dgm:pt modelId="{0B606796-9F7F-4D0E-A681-5F448CF7FB68}" type="parTrans" cxnId="{F155BA80-52D6-49CE-9C1B-0E1EC20FB4AF}">
      <dgm:prSet/>
      <dgm:spPr/>
      <dgm:t>
        <a:bodyPr/>
        <a:lstStyle/>
        <a:p>
          <a:endParaRPr lang="en-IN"/>
        </a:p>
      </dgm:t>
    </dgm:pt>
    <dgm:pt modelId="{ECD0C513-9103-4F6C-8732-C36DAE84FF50}" type="sibTrans" cxnId="{F155BA80-52D6-49CE-9C1B-0E1EC20FB4AF}">
      <dgm:prSet/>
      <dgm:spPr/>
      <dgm:t>
        <a:bodyPr/>
        <a:lstStyle/>
        <a:p>
          <a:endParaRPr lang="en-IN"/>
        </a:p>
      </dgm:t>
    </dgm:pt>
    <dgm:pt modelId="{61385C5B-2088-436F-92EE-727473265A6D}">
      <dgm:prSet/>
      <dgm:spPr/>
      <dgm:t>
        <a:bodyPr/>
        <a:lstStyle/>
        <a:p>
          <a:pPr rtl="0"/>
          <a:r>
            <a:rPr lang="en-US" smtClean="0"/>
            <a:t>Course-wise analysis </a:t>
          </a:r>
          <a:endParaRPr lang="en-IN"/>
        </a:p>
      </dgm:t>
    </dgm:pt>
    <dgm:pt modelId="{69678292-9D4B-4418-95EE-BBB8B50DCDFD}" type="parTrans" cxnId="{1E1EAA02-D26C-473E-B084-0F05DBD20FF7}">
      <dgm:prSet/>
      <dgm:spPr/>
      <dgm:t>
        <a:bodyPr/>
        <a:lstStyle/>
        <a:p>
          <a:endParaRPr lang="en-IN"/>
        </a:p>
      </dgm:t>
    </dgm:pt>
    <dgm:pt modelId="{3EC27905-940D-4042-B3DE-5FE893A126E2}" type="sibTrans" cxnId="{1E1EAA02-D26C-473E-B084-0F05DBD20FF7}">
      <dgm:prSet/>
      <dgm:spPr/>
      <dgm:t>
        <a:bodyPr/>
        <a:lstStyle/>
        <a:p>
          <a:endParaRPr lang="en-IN"/>
        </a:p>
      </dgm:t>
    </dgm:pt>
    <dgm:pt modelId="{FDFABE37-639D-49B4-88C6-1C6155C1A7F0}">
      <dgm:prSet/>
      <dgm:spPr/>
      <dgm:t>
        <a:bodyPr/>
        <a:lstStyle/>
        <a:p>
          <a:pPr rtl="0"/>
          <a:r>
            <a:rPr lang="en-US" smtClean="0"/>
            <a:t>Department-wise comparison </a:t>
          </a:r>
          <a:endParaRPr lang="en-IN"/>
        </a:p>
      </dgm:t>
    </dgm:pt>
    <dgm:pt modelId="{66EBF6C9-1141-4382-8115-7F9CBD116EF0}" type="parTrans" cxnId="{30464FA6-4A9C-4BD9-B23C-1330E621D44E}">
      <dgm:prSet/>
      <dgm:spPr/>
      <dgm:t>
        <a:bodyPr/>
        <a:lstStyle/>
        <a:p>
          <a:endParaRPr lang="en-IN"/>
        </a:p>
      </dgm:t>
    </dgm:pt>
    <dgm:pt modelId="{035D3EED-3F6D-4A7F-B8F3-0640C86ED845}" type="sibTrans" cxnId="{30464FA6-4A9C-4BD9-B23C-1330E621D44E}">
      <dgm:prSet/>
      <dgm:spPr/>
      <dgm:t>
        <a:bodyPr/>
        <a:lstStyle/>
        <a:p>
          <a:endParaRPr lang="en-IN"/>
        </a:p>
      </dgm:t>
    </dgm:pt>
    <dgm:pt modelId="{0EFD133C-29F3-4D87-9D94-3DA295C57AD0}">
      <dgm:prSet/>
      <dgm:spPr/>
      <dgm:t>
        <a:bodyPr/>
        <a:lstStyle/>
        <a:p>
          <a:pPr rtl="0"/>
          <a:r>
            <a:rPr lang="en-US" smtClean="0"/>
            <a:t>Semester-wise trends </a:t>
          </a:r>
          <a:endParaRPr lang="en-IN"/>
        </a:p>
      </dgm:t>
    </dgm:pt>
    <dgm:pt modelId="{96EAEB93-857C-4DE4-9A22-EC667EB58533}" type="parTrans" cxnId="{E4CD677D-6C9E-4122-BDE3-9D3880777A14}">
      <dgm:prSet/>
      <dgm:spPr/>
      <dgm:t>
        <a:bodyPr/>
        <a:lstStyle/>
        <a:p>
          <a:endParaRPr lang="en-IN"/>
        </a:p>
      </dgm:t>
    </dgm:pt>
    <dgm:pt modelId="{205645D9-D33C-4338-B45A-120CE3E23580}" type="sibTrans" cxnId="{E4CD677D-6C9E-4122-BDE3-9D3880777A14}">
      <dgm:prSet/>
      <dgm:spPr/>
      <dgm:t>
        <a:bodyPr/>
        <a:lstStyle/>
        <a:p>
          <a:endParaRPr lang="en-IN"/>
        </a:p>
      </dgm:t>
    </dgm:pt>
    <dgm:pt modelId="{13F712B2-7694-4B8C-9969-D8DA4C3AF8E3}">
      <dgm:prSet/>
      <dgm:spPr/>
      <dgm:t>
        <a:bodyPr/>
        <a:lstStyle/>
        <a:p>
          <a:pPr rtl="0"/>
          <a:r>
            <a:rPr lang="en-US" smtClean="0"/>
            <a:t>Identification of top-performing faculty and courses along with low-performing areas requiring improvement. </a:t>
          </a:r>
          <a:endParaRPr lang="en-IN"/>
        </a:p>
      </dgm:t>
    </dgm:pt>
    <dgm:pt modelId="{A24F3D9D-9185-4E52-8600-AE0BB01D15F0}" type="parTrans" cxnId="{458CDF4E-69CB-4310-85A3-68C00946E690}">
      <dgm:prSet/>
      <dgm:spPr/>
      <dgm:t>
        <a:bodyPr/>
        <a:lstStyle/>
        <a:p>
          <a:endParaRPr lang="en-IN"/>
        </a:p>
      </dgm:t>
    </dgm:pt>
    <dgm:pt modelId="{A530F709-4275-44DE-AC4A-B753B9FA16F7}" type="sibTrans" cxnId="{458CDF4E-69CB-4310-85A3-68C00946E690}">
      <dgm:prSet/>
      <dgm:spPr/>
      <dgm:t>
        <a:bodyPr/>
        <a:lstStyle/>
        <a:p>
          <a:endParaRPr lang="en-IN"/>
        </a:p>
      </dgm:t>
    </dgm:pt>
    <dgm:pt modelId="{7791F37C-458C-4BB6-8B6B-04863F6C3C68}">
      <dgm:prSet/>
      <dgm:spPr/>
      <dgm:t>
        <a:bodyPr/>
        <a:lstStyle/>
        <a:p>
          <a:pPr rtl="0"/>
          <a:r>
            <a:rPr lang="en-US" smtClean="0"/>
            <a:t>Generation of data-driven insights to support academic planning and decision-making. </a:t>
          </a:r>
          <a:endParaRPr lang="en-IN"/>
        </a:p>
      </dgm:t>
    </dgm:pt>
    <dgm:pt modelId="{BB5E6E97-7EFA-4837-BD73-8B00C3655A84}" type="parTrans" cxnId="{5355BE1A-4F23-455D-B807-F64AF383DBCE}">
      <dgm:prSet/>
      <dgm:spPr/>
      <dgm:t>
        <a:bodyPr/>
        <a:lstStyle/>
        <a:p>
          <a:endParaRPr lang="en-IN"/>
        </a:p>
      </dgm:t>
    </dgm:pt>
    <dgm:pt modelId="{E94AACD8-EB66-49F4-AB9C-68D09BAAE214}" type="sibTrans" cxnId="{5355BE1A-4F23-455D-B807-F64AF383DBCE}">
      <dgm:prSet/>
      <dgm:spPr/>
      <dgm:t>
        <a:bodyPr/>
        <a:lstStyle/>
        <a:p>
          <a:endParaRPr lang="en-IN"/>
        </a:p>
      </dgm:t>
    </dgm:pt>
    <dgm:pt modelId="{4F17CA06-5BB0-4FB0-8B75-F9E80C28208B}">
      <dgm:prSet/>
      <dgm:spPr/>
      <dgm:t>
        <a:bodyPr/>
        <a:lstStyle/>
        <a:p>
          <a:pPr rtl="0"/>
          <a:r>
            <a:rPr lang="en-US" smtClean="0"/>
            <a:t>Implementation of basic sentiment analysis to interpret student comments effectively. </a:t>
          </a:r>
          <a:endParaRPr lang="en-IN"/>
        </a:p>
      </dgm:t>
    </dgm:pt>
    <dgm:pt modelId="{B39BF619-A713-41AB-90E6-5FCDBB0EB6D6}" type="parTrans" cxnId="{C71EF1B5-1CDC-4FFF-9244-6933E91D75FD}">
      <dgm:prSet/>
      <dgm:spPr/>
      <dgm:t>
        <a:bodyPr/>
        <a:lstStyle/>
        <a:p>
          <a:endParaRPr lang="en-IN"/>
        </a:p>
      </dgm:t>
    </dgm:pt>
    <dgm:pt modelId="{3F1517E1-4FFA-487B-BCFE-6F9FD9C077AF}" type="sibTrans" cxnId="{C71EF1B5-1CDC-4FFF-9244-6933E91D75FD}">
      <dgm:prSet/>
      <dgm:spPr/>
      <dgm:t>
        <a:bodyPr/>
        <a:lstStyle/>
        <a:p>
          <a:endParaRPr lang="en-IN"/>
        </a:p>
      </dgm:t>
    </dgm:pt>
    <dgm:pt modelId="{D14078CF-FBB0-4851-8A42-2CA0A16D02FA}">
      <dgm:prSet/>
      <dgm:spPr/>
      <dgm:t>
        <a:bodyPr/>
        <a:lstStyle/>
        <a:p>
          <a:pPr rtl="0"/>
          <a:r>
            <a:rPr lang="en-US" smtClean="0"/>
            <a:t>Use of AI-based summarization to extract key themes and recurring issues from feedback. </a:t>
          </a:r>
          <a:endParaRPr lang="en-IN"/>
        </a:p>
      </dgm:t>
    </dgm:pt>
    <dgm:pt modelId="{F56C9DDE-A8E5-4094-A3CE-A4DFB5DDFFFD}" type="parTrans" cxnId="{21085D8B-0AD4-4DFB-91BE-2B48590B0A18}">
      <dgm:prSet/>
      <dgm:spPr/>
      <dgm:t>
        <a:bodyPr/>
        <a:lstStyle/>
        <a:p>
          <a:endParaRPr lang="en-IN"/>
        </a:p>
      </dgm:t>
    </dgm:pt>
    <dgm:pt modelId="{E5FBD0B3-0C37-4598-AE13-D52F7B33CAAF}" type="sibTrans" cxnId="{21085D8B-0AD4-4DFB-91BE-2B48590B0A18}">
      <dgm:prSet/>
      <dgm:spPr/>
      <dgm:t>
        <a:bodyPr/>
        <a:lstStyle/>
        <a:p>
          <a:endParaRPr lang="en-IN"/>
        </a:p>
      </dgm:t>
    </dgm:pt>
    <dgm:pt modelId="{DC36CDBC-D7CE-4D43-8B98-94ACC33510A8}">
      <dgm:prSet/>
      <dgm:spPr/>
      <dgm:t>
        <a:bodyPr/>
        <a:lstStyle/>
        <a:p>
          <a:pPr rtl="0"/>
          <a:r>
            <a:rPr lang="en-US" smtClean="0"/>
            <a:t>Improved teaching quality, student satisfaction, and institutional performance through actionable insights.</a:t>
          </a:r>
          <a:endParaRPr lang="en-IN"/>
        </a:p>
      </dgm:t>
    </dgm:pt>
    <dgm:pt modelId="{16E60513-91F7-4385-8A63-8C99C915AFFD}" type="parTrans" cxnId="{6B5821C3-AE8E-49DD-ADD1-60C8FD2835B2}">
      <dgm:prSet/>
      <dgm:spPr/>
      <dgm:t>
        <a:bodyPr/>
        <a:lstStyle/>
        <a:p>
          <a:endParaRPr lang="en-IN"/>
        </a:p>
      </dgm:t>
    </dgm:pt>
    <dgm:pt modelId="{021584F1-FEFE-40D6-99C0-37DDD308110B}" type="sibTrans" cxnId="{6B5821C3-AE8E-49DD-ADD1-60C8FD2835B2}">
      <dgm:prSet/>
      <dgm:spPr/>
      <dgm:t>
        <a:bodyPr/>
        <a:lstStyle/>
        <a:p>
          <a:endParaRPr lang="en-IN"/>
        </a:p>
      </dgm:t>
    </dgm:pt>
    <dgm:pt modelId="{62B4953F-0B05-4A46-AEA6-C4730C358A17}" type="pres">
      <dgm:prSet presAssocID="{9510A19E-E273-4D8A-BBB1-934772CF89CE}" presName="Name0" presStyleCnt="0">
        <dgm:presLayoutVars>
          <dgm:dir/>
          <dgm:animLvl val="lvl"/>
          <dgm:resizeHandles val="exact"/>
        </dgm:presLayoutVars>
      </dgm:prSet>
      <dgm:spPr/>
      <dgm:t>
        <a:bodyPr/>
        <a:lstStyle/>
        <a:p>
          <a:endParaRPr lang="en-IN"/>
        </a:p>
      </dgm:t>
    </dgm:pt>
    <dgm:pt modelId="{9D35B0AB-E66F-4023-9EE5-9D5549450695}" type="pres">
      <dgm:prSet presAssocID="{8961FD08-70D1-418A-8B82-0AC9AFF38BF6}" presName="linNode" presStyleCnt="0"/>
      <dgm:spPr/>
    </dgm:pt>
    <dgm:pt modelId="{AAEA97AC-14DD-4A57-88EE-188FABF15DB0}" type="pres">
      <dgm:prSet presAssocID="{8961FD08-70D1-418A-8B82-0AC9AFF38BF6}" presName="parentText" presStyleLbl="node1" presStyleIdx="0" presStyleCnt="11">
        <dgm:presLayoutVars>
          <dgm:chMax val="1"/>
          <dgm:bulletEnabled val="1"/>
        </dgm:presLayoutVars>
      </dgm:prSet>
      <dgm:spPr/>
      <dgm:t>
        <a:bodyPr/>
        <a:lstStyle/>
        <a:p>
          <a:endParaRPr lang="en-IN"/>
        </a:p>
      </dgm:t>
    </dgm:pt>
    <dgm:pt modelId="{843EF9FF-16C9-4497-97F0-0DDC85E7873F}" type="pres">
      <dgm:prSet presAssocID="{33865463-4F59-4BAE-86D3-3489494B117B}" presName="sp" presStyleCnt="0"/>
      <dgm:spPr/>
    </dgm:pt>
    <dgm:pt modelId="{9C6949C7-32C8-4492-AD1A-A9452C51F83E}" type="pres">
      <dgm:prSet presAssocID="{E172F995-21EF-444B-BDBA-78D3FD8F5D95}" presName="linNode" presStyleCnt="0"/>
      <dgm:spPr/>
    </dgm:pt>
    <dgm:pt modelId="{CEED55B3-3D15-401D-A574-EECD63F0A314}" type="pres">
      <dgm:prSet presAssocID="{E172F995-21EF-444B-BDBA-78D3FD8F5D95}" presName="parentText" presStyleLbl="node1" presStyleIdx="1" presStyleCnt="11">
        <dgm:presLayoutVars>
          <dgm:chMax val="1"/>
          <dgm:bulletEnabled val="1"/>
        </dgm:presLayoutVars>
      </dgm:prSet>
      <dgm:spPr/>
      <dgm:t>
        <a:bodyPr/>
        <a:lstStyle/>
        <a:p>
          <a:endParaRPr lang="en-IN"/>
        </a:p>
      </dgm:t>
    </dgm:pt>
    <dgm:pt modelId="{D916954A-2FD1-4A71-9B2E-2A898A2219A5}" type="pres">
      <dgm:prSet presAssocID="{274489B2-F5BA-4D1E-8D36-2D2557394124}" presName="sp" presStyleCnt="0"/>
      <dgm:spPr/>
    </dgm:pt>
    <dgm:pt modelId="{24FC1EC0-79BB-4A50-B532-60A73821F40C}" type="pres">
      <dgm:prSet presAssocID="{31737E2C-118E-412D-8F25-D20884216A8C}" presName="linNode" presStyleCnt="0"/>
      <dgm:spPr/>
    </dgm:pt>
    <dgm:pt modelId="{C3114FDD-8706-4557-9074-084C6977F5DB}" type="pres">
      <dgm:prSet presAssocID="{31737E2C-118E-412D-8F25-D20884216A8C}" presName="parentText" presStyleLbl="node1" presStyleIdx="2" presStyleCnt="11">
        <dgm:presLayoutVars>
          <dgm:chMax val="1"/>
          <dgm:bulletEnabled val="1"/>
        </dgm:presLayoutVars>
      </dgm:prSet>
      <dgm:spPr/>
      <dgm:t>
        <a:bodyPr/>
        <a:lstStyle/>
        <a:p>
          <a:endParaRPr lang="en-IN"/>
        </a:p>
      </dgm:t>
    </dgm:pt>
    <dgm:pt modelId="{9C27DDE4-A390-4A55-8AED-71727138AB88}" type="pres">
      <dgm:prSet presAssocID="{ECD0C513-9103-4F6C-8732-C36DAE84FF50}" presName="sp" presStyleCnt="0"/>
      <dgm:spPr/>
    </dgm:pt>
    <dgm:pt modelId="{2C2AE095-4946-4FB6-9A22-EF0565CA6081}" type="pres">
      <dgm:prSet presAssocID="{61385C5B-2088-436F-92EE-727473265A6D}" presName="linNode" presStyleCnt="0"/>
      <dgm:spPr/>
    </dgm:pt>
    <dgm:pt modelId="{B95DA3D0-9D72-4EE7-BCBD-BEC29E55E4DF}" type="pres">
      <dgm:prSet presAssocID="{61385C5B-2088-436F-92EE-727473265A6D}" presName="parentText" presStyleLbl="node1" presStyleIdx="3" presStyleCnt="11">
        <dgm:presLayoutVars>
          <dgm:chMax val="1"/>
          <dgm:bulletEnabled val="1"/>
        </dgm:presLayoutVars>
      </dgm:prSet>
      <dgm:spPr/>
      <dgm:t>
        <a:bodyPr/>
        <a:lstStyle/>
        <a:p>
          <a:endParaRPr lang="en-IN"/>
        </a:p>
      </dgm:t>
    </dgm:pt>
    <dgm:pt modelId="{87029C05-7F6B-4BF2-807F-DAAFBEF9904E}" type="pres">
      <dgm:prSet presAssocID="{3EC27905-940D-4042-B3DE-5FE893A126E2}" presName="sp" presStyleCnt="0"/>
      <dgm:spPr/>
    </dgm:pt>
    <dgm:pt modelId="{8D4D758C-4C78-41C6-B4E4-6A9B20D21707}" type="pres">
      <dgm:prSet presAssocID="{FDFABE37-639D-49B4-88C6-1C6155C1A7F0}" presName="linNode" presStyleCnt="0"/>
      <dgm:spPr/>
    </dgm:pt>
    <dgm:pt modelId="{BC16942C-2DB9-4628-8BAC-A7E338B7EADD}" type="pres">
      <dgm:prSet presAssocID="{FDFABE37-639D-49B4-88C6-1C6155C1A7F0}" presName="parentText" presStyleLbl="node1" presStyleIdx="4" presStyleCnt="11">
        <dgm:presLayoutVars>
          <dgm:chMax val="1"/>
          <dgm:bulletEnabled val="1"/>
        </dgm:presLayoutVars>
      </dgm:prSet>
      <dgm:spPr/>
      <dgm:t>
        <a:bodyPr/>
        <a:lstStyle/>
        <a:p>
          <a:endParaRPr lang="en-IN"/>
        </a:p>
      </dgm:t>
    </dgm:pt>
    <dgm:pt modelId="{9B507AB6-DF45-4D79-92B8-41A4E0A314B9}" type="pres">
      <dgm:prSet presAssocID="{035D3EED-3F6D-4A7F-B8F3-0640C86ED845}" presName="sp" presStyleCnt="0"/>
      <dgm:spPr/>
    </dgm:pt>
    <dgm:pt modelId="{05F8C1DF-FA69-429F-AEC4-C76D7DD8B90C}" type="pres">
      <dgm:prSet presAssocID="{0EFD133C-29F3-4D87-9D94-3DA295C57AD0}" presName="linNode" presStyleCnt="0"/>
      <dgm:spPr/>
    </dgm:pt>
    <dgm:pt modelId="{25C1ADA1-344A-464E-8BE5-A6CAF633C487}" type="pres">
      <dgm:prSet presAssocID="{0EFD133C-29F3-4D87-9D94-3DA295C57AD0}" presName="parentText" presStyleLbl="node1" presStyleIdx="5" presStyleCnt="11">
        <dgm:presLayoutVars>
          <dgm:chMax val="1"/>
          <dgm:bulletEnabled val="1"/>
        </dgm:presLayoutVars>
      </dgm:prSet>
      <dgm:spPr/>
      <dgm:t>
        <a:bodyPr/>
        <a:lstStyle/>
        <a:p>
          <a:endParaRPr lang="en-IN"/>
        </a:p>
      </dgm:t>
    </dgm:pt>
    <dgm:pt modelId="{4B840C4E-70B9-47AE-B2CF-37E1AD728454}" type="pres">
      <dgm:prSet presAssocID="{205645D9-D33C-4338-B45A-120CE3E23580}" presName="sp" presStyleCnt="0"/>
      <dgm:spPr/>
    </dgm:pt>
    <dgm:pt modelId="{87CC7578-7DEB-416C-B77B-233BAE9321A8}" type="pres">
      <dgm:prSet presAssocID="{13F712B2-7694-4B8C-9969-D8DA4C3AF8E3}" presName="linNode" presStyleCnt="0"/>
      <dgm:spPr/>
    </dgm:pt>
    <dgm:pt modelId="{1098FBE2-1C9B-42E5-AF05-439CEB5D91F3}" type="pres">
      <dgm:prSet presAssocID="{13F712B2-7694-4B8C-9969-D8DA4C3AF8E3}" presName="parentText" presStyleLbl="node1" presStyleIdx="6" presStyleCnt="11">
        <dgm:presLayoutVars>
          <dgm:chMax val="1"/>
          <dgm:bulletEnabled val="1"/>
        </dgm:presLayoutVars>
      </dgm:prSet>
      <dgm:spPr/>
      <dgm:t>
        <a:bodyPr/>
        <a:lstStyle/>
        <a:p>
          <a:endParaRPr lang="en-IN"/>
        </a:p>
      </dgm:t>
    </dgm:pt>
    <dgm:pt modelId="{417ACB75-788E-4817-9C3E-F615F276E473}" type="pres">
      <dgm:prSet presAssocID="{A530F709-4275-44DE-AC4A-B753B9FA16F7}" presName="sp" presStyleCnt="0"/>
      <dgm:spPr/>
    </dgm:pt>
    <dgm:pt modelId="{CFD5D0F0-70EE-401A-BF4A-2D0152E021A2}" type="pres">
      <dgm:prSet presAssocID="{7791F37C-458C-4BB6-8B6B-04863F6C3C68}" presName="linNode" presStyleCnt="0"/>
      <dgm:spPr/>
    </dgm:pt>
    <dgm:pt modelId="{E12D7D97-2D62-4D9F-8CF5-7E6915E25D46}" type="pres">
      <dgm:prSet presAssocID="{7791F37C-458C-4BB6-8B6B-04863F6C3C68}" presName="parentText" presStyleLbl="node1" presStyleIdx="7" presStyleCnt="11">
        <dgm:presLayoutVars>
          <dgm:chMax val="1"/>
          <dgm:bulletEnabled val="1"/>
        </dgm:presLayoutVars>
      </dgm:prSet>
      <dgm:spPr/>
      <dgm:t>
        <a:bodyPr/>
        <a:lstStyle/>
        <a:p>
          <a:endParaRPr lang="en-IN"/>
        </a:p>
      </dgm:t>
    </dgm:pt>
    <dgm:pt modelId="{DD6DBD15-37BD-4040-A89B-B1785C7DC47A}" type="pres">
      <dgm:prSet presAssocID="{E94AACD8-EB66-49F4-AB9C-68D09BAAE214}" presName="sp" presStyleCnt="0"/>
      <dgm:spPr/>
    </dgm:pt>
    <dgm:pt modelId="{7BF9EDBB-88B3-44CF-ADED-43740DDA6EEB}" type="pres">
      <dgm:prSet presAssocID="{4F17CA06-5BB0-4FB0-8B75-F9E80C28208B}" presName="linNode" presStyleCnt="0"/>
      <dgm:spPr/>
    </dgm:pt>
    <dgm:pt modelId="{47A9C37D-CDF6-4202-8276-D5C994CF9679}" type="pres">
      <dgm:prSet presAssocID="{4F17CA06-5BB0-4FB0-8B75-F9E80C28208B}" presName="parentText" presStyleLbl="node1" presStyleIdx="8" presStyleCnt="11">
        <dgm:presLayoutVars>
          <dgm:chMax val="1"/>
          <dgm:bulletEnabled val="1"/>
        </dgm:presLayoutVars>
      </dgm:prSet>
      <dgm:spPr/>
      <dgm:t>
        <a:bodyPr/>
        <a:lstStyle/>
        <a:p>
          <a:endParaRPr lang="en-IN"/>
        </a:p>
      </dgm:t>
    </dgm:pt>
    <dgm:pt modelId="{0C2A3685-7C5A-4B41-91D1-70C1F014B0C3}" type="pres">
      <dgm:prSet presAssocID="{3F1517E1-4FFA-487B-BCFE-6F9FD9C077AF}" presName="sp" presStyleCnt="0"/>
      <dgm:spPr/>
    </dgm:pt>
    <dgm:pt modelId="{C0446A5F-24EC-4A96-90BF-77D369FCDBDF}" type="pres">
      <dgm:prSet presAssocID="{D14078CF-FBB0-4851-8A42-2CA0A16D02FA}" presName="linNode" presStyleCnt="0"/>
      <dgm:spPr/>
    </dgm:pt>
    <dgm:pt modelId="{764DD8C6-078C-44AC-8DEB-A4F70D8F2206}" type="pres">
      <dgm:prSet presAssocID="{D14078CF-FBB0-4851-8A42-2CA0A16D02FA}" presName="parentText" presStyleLbl="node1" presStyleIdx="9" presStyleCnt="11">
        <dgm:presLayoutVars>
          <dgm:chMax val="1"/>
          <dgm:bulletEnabled val="1"/>
        </dgm:presLayoutVars>
      </dgm:prSet>
      <dgm:spPr/>
      <dgm:t>
        <a:bodyPr/>
        <a:lstStyle/>
        <a:p>
          <a:endParaRPr lang="en-IN"/>
        </a:p>
      </dgm:t>
    </dgm:pt>
    <dgm:pt modelId="{1454FD94-13AE-4E40-B7CD-75905D3363D8}" type="pres">
      <dgm:prSet presAssocID="{E5FBD0B3-0C37-4598-AE13-D52F7B33CAAF}" presName="sp" presStyleCnt="0"/>
      <dgm:spPr/>
    </dgm:pt>
    <dgm:pt modelId="{65DC2E16-C627-4576-9054-42FCDAADC670}" type="pres">
      <dgm:prSet presAssocID="{DC36CDBC-D7CE-4D43-8B98-94ACC33510A8}" presName="linNode" presStyleCnt="0"/>
      <dgm:spPr/>
    </dgm:pt>
    <dgm:pt modelId="{E645B02D-2548-458E-9973-E78E03BA0583}" type="pres">
      <dgm:prSet presAssocID="{DC36CDBC-D7CE-4D43-8B98-94ACC33510A8}" presName="parentText" presStyleLbl="node1" presStyleIdx="10" presStyleCnt="11">
        <dgm:presLayoutVars>
          <dgm:chMax val="1"/>
          <dgm:bulletEnabled val="1"/>
        </dgm:presLayoutVars>
      </dgm:prSet>
      <dgm:spPr/>
      <dgm:t>
        <a:bodyPr/>
        <a:lstStyle/>
        <a:p>
          <a:endParaRPr lang="en-IN"/>
        </a:p>
      </dgm:t>
    </dgm:pt>
  </dgm:ptLst>
  <dgm:cxnLst>
    <dgm:cxn modelId="{E4CD677D-6C9E-4122-BDE3-9D3880777A14}" srcId="{9510A19E-E273-4D8A-BBB1-934772CF89CE}" destId="{0EFD133C-29F3-4D87-9D94-3DA295C57AD0}" srcOrd="5" destOrd="0" parTransId="{96EAEB93-857C-4DE4-9A22-EC667EB58533}" sibTransId="{205645D9-D33C-4338-B45A-120CE3E23580}"/>
    <dgm:cxn modelId="{20C61D90-2514-4C50-A0BC-72ABB682DC46}" type="presOf" srcId="{E172F995-21EF-444B-BDBA-78D3FD8F5D95}" destId="{CEED55B3-3D15-401D-A574-EECD63F0A314}" srcOrd="0" destOrd="0" presId="urn:microsoft.com/office/officeart/2005/8/layout/vList5"/>
    <dgm:cxn modelId="{CEB8C421-ED1E-42ED-919C-F7DEED94E2FE}" srcId="{9510A19E-E273-4D8A-BBB1-934772CF89CE}" destId="{E172F995-21EF-444B-BDBA-78D3FD8F5D95}" srcOrd="1" destOrd="0" parTransId="{336559EA-C50E-4F79-813C-B1FD04A53715}" sibTransId="{274489B2-F5BA-4D1E-8D36-2D2557394124}"/>
    <dgm:cxn modelId="{F586082C-0F39-44A0-8640-1715E027920B}" type="presOf" srcId="{0EFD133C-29F3-4D87-9D94-3DA295C57AD0}" destId="{25C1ADA1-344A-464E-8BE5-A6CAF633C487}" srcOrd="0" destOrd="0" presId="urn:microsoft.com/office/officeart/2005/8/layout/vList5"/>
    <dgm:cxn modelId="{C71EF1B5-1CDC-4FFF-9244-6933E91D75FD}" srcId="{9510A19E-E273-4D8A-BBB1-934772CF89CE}" destId="{4F17CA06-5BB0-4FB0-8B75-F9E80C28208B}" srcOrd="8" destOrd="0" parTransId="{B39BF619-A713-41AB-90E6-5FCDBB0EB6D6}" sibTransId="{3F1517E1-4FFA-487B-BCFE-6F9FD9C077AF}"/>
    <dgm:cxn modelId="{30464FA6-4A9C-4BD9-B23C-1330E621D44E}" srcId="{9510A19E-E273-4D8A-BBB1-934772CF89CE}" destId="{FDFABE37-639D-49B4-88C6-1C6155C1A7F0}" srcOrd="4" destOrd="0" parTransId="{66EBF6C9-1141-4382-8115-7F9CBD116EF0}" sibTransId="{035D3EED-3F6D-4A7F-B8F3-0640C86ED845}"/>
    <dgm:cxn modelId="{458CDF4E-69CB-4310-85A3-68C00946E690}" srcId="{9510A19E-E273-4D8A-BBB1-934772CF89CE}" destId="{13F712B2-7694-4B8C-9969-D8DA4C3AF8E3}" srcOrd="6" destOrd="0" parTransId="{A24F3D9D-9185-4E52-8600-AE0BB01D15F0}" sibTransId="{A530F709-4275-44DE-AC4A-B753B9FA16F7}"/>
    <dgm:cxn modelId="{C3DDBEC5-79A7-49CD-92ED-35DD976AACCB}" type="presOf" srcId="{61385C5B-2088-436F-92EE-727473265A6D}" destId="{B95DA3D0-9D72-4EE7-BCBD-BEC29E55E4DF}" srcOrd="0" destOrd="0" presId="urn:microsoft.com/office/officeart/2005/8/layout/vList5"/>
    <dgm:cxn modelId="{21085D8B-0AD4-4DFB-91BE-2B48590B0A18}" srcId="{9510A19E-E273-4D8A-BBB1-934772CF89CE}" destId="{D14078CF-FBB0-4851-8A42-2CA0A16D02FA}" srcOrd="9" destOrd="0" parTransId="{F56C9DDE-A8E5-4094-A3CE-A4DFB5DDFFFD}" sibTransId="{E5FBD0B3-0C37-4598-AE13-D52F7B33CAAF}"/>
    <dgm:cxn modelId="{A55AE7DD-4DB6-4824-9685-0C8CF650F0C4}" type="presOf" srcId="{9510A19E-E273-4D8A-BBB1-934772CF89CE}" destId="{62B4953F-0B05-4A46-AEA6-C4730C358A17}" srcOrd="0" destOrd="0" presId="urn:microsoft.com/office/officeart/2005/8/layout/vList5"/>
    <dgm:cxn modelId="{41C7F961-14D0-4B89-B96B-29C09D42FDF4}" srcId="{9510A19E-E273-4D8A-BBB1-934772CF89CE}" destId="{8961FD08-70D1-418A-8B82-0AC9AFF38BF6}" srcOrd="0" destOrd="0" parTransId="{DAC01F84-15D0-4DD3-B2A5-ED6822F54450}" sibTransId="{33865463-4F59-4BAE-86D3-3489494B117B}"/>
    <dgm:cxn modelId="{1E1EAA02-D26C-473E-B084-0F05DBD20FF7}" srcId="{9510A19E-E273-4D8A-BBB1-934772CF89CE}" destId="{61385C5B-2088-436F-92EE-727473265A6D}" srcOrd="3" destOrd="0" parTransId="{69678292-9D4B-4418-95EE-BBB8B50DCDFD}" sibTransId="{3EC27905-940D-4042-B3DE-5FE893A126E2}"/>
    <dgm:cxn modelId="{CEB2E3B2-000D-4C8A-8204-0AE2ABF37C3E}" type="presOf" srcId="{13F712B2-7694-4B8C-9969-D8DA4C3AF8E3}" destId="{1098FBE2-1C9B-42E5-AF05-439CEB5D91F3}" srcOrd="0" destOrd="0" presId="urn:microsoft.com/office/officeart/2005/8/layout/vList5"/>
    <dgm:cxn modelId="{1CF64D87-50E0-4A4A-A6D5-AFB9BA30E1CE}" type="presOf" srcId="{D14078CF-FBB0-4851-8A42-2CA0A16D02FA}" destId="{764DD8C6-078C-44AC-8DEB-A4F70D8F2206}" srcOrd="0" destOrd="0" presId="urn:microsoft.com/office/officeart/2005/8/layout/vList5"/>
    <dgm:cxn modelId="{5355BE1A-4F23-455D-B807-F64AF383DBCE}" srcId="{9510A19E-E273-4D8A-BBB1-934772CF89CE}" destId="{7791F37C-458C-4BB6-8B6B-04863F6C3C68}" srcOrd="7" destOrd="0" parTransId="{BB5E6E97-7EFA-4837-BD73-8B00C3655A84}" sibTransId="{E94AACD8-EB66-49F4-AB9C-68D09BAAE214}"/>
    <dgm:cxn modelId="{C15F8267-301B-4F1D-8692-6F727AD144FB}" type="presOf" srcId="{FDFABE37-639D-49B4-88C6-1C6155C1A7F0}" destId="{BC16942C-2DB9-4628-8BAC-A7E338B7EADD}" srcOrd="0" destOrd="0" presId="urn:microsoft.com/office/officeart/2005/8/layout/vList5"/>
    <dgm:cxn modelId="{96427577-24DB-43A2-AD9D-993E8F8B8745}" type="presOf" srcId="{8961FD08-70D1-418A-8B82-0AC9AFF38BF6}" destId="{AAEA97AC-14DD-4A57-88EE-188FABF15DB0}" srcOrd="0" destOrd="0" presId="urn:microsoft.com/office/officeart/2005/8/layout/vList5"/>
    <dgm:cxn modelId="{6B5821C3-AE8E-49DD-ADD1-60C8FD2835B2}" srcId="{9510A19E-E273-4D8A-BBB1-934772CF89CE}" destId="{DC36CDBC-D7CE-4D43-8B98-94ACC33510A8}" srcOrd="10" destOrd="0" parTransId="{16E60513-91F7-4385-8A63-8C99C915AFFD}" sibTransId="{021584F1-FEFE-40D6-99C0-37DDD308110B}"/>
    <dgm:cxn modelId="{1B49E313-D94E-4ADF-9489-4421A241B609}" type="presOf" srcId="{DC36CDBC-D7CE-4D43-8B98-94ACC33510A8}" destId="{E645B02D-2548-458E-9973-E78E03BA0583}" srcOrd="0" destOrd="0" presId="urn:microsoft.com/office/officeart/2005/8/layout/vList5"/>
    <dgm:cxn modelId="{F155BA80-52D6-49CE-9C1B-0E1EC20FB4AF}" srcId="{9510A19E-E273-4D8A-BBB1-934772CF89CE}" destId="{31737E2C-118E-412D-8F25-D20884216A8C}" srcOrd="2" destOrd="0" parTransId="{0B606796-9F7F-4D0E-A681-5F448CF7FB68}" sibTransId="{ECD0C513-9103-4F6C-8732-C36DAE84FF50}"/>
    <dgm:cxn modelId="{E0E37379-231C-4B2F-8747-E0429EA86CFD}" type="presOf" srcId="{7791F37C-458C-4BB6-8B6B-04863F6C3C68}" destId="{E12D7D97-2D62-4D9F-8CF5-7E6915E25D46}" srcOrd="0" destOrd="0" presId="urn:microsoft.com/office/officeart/2005/8/layout/vList5"/>
    <dgm:cxn modelId="{7866CB31-3EED-4592-830F-96192347E9F1}" type="presOf" srcId="{31737E2C-118E-412D-8F25-D20884216A8C}" destId="{C3114FDD-8706-4557-9074-084C6977F5DB}" srcOrd="0" destOrd="0" presId="urn:microsoft.com/office/officeart/2005/8/layout/vList5"/>
    <dgm:cxn modelId="{956B3C1D-C474-44F2-9BA4-1F22ADFF9DB6}" type="presOf" srcId="{4F17CA06-5BB0-4FB0-8B75-F9E80C28208B}" destId="{47A9C37D-CDF6-4202-8276-D5C994CF9679}" srcOrd="0" destOrd="0" presId="urn:microsoft.com/office/officeart/2005/8/layout/vList5"/>
    <dgm:cxn modelId="{728F6C1D-745C-4FC6-9172-EB19933EEC48}" type="presParOf" srcId="{62B4953F-0B05-4A46-AEA6-C4730C358A17}" destId="{9D35B0AB-E66F-4023-9EE5-9D5549450695}" srcOrd="0" destOrd="0" presId="urn:microsoft.com/office/officeart/2005/8/layout/vList5"/>
    <dgm:cxn modelId="{A84E93E8-A4A6-45EC-B712-4F3CA538DAA5}" type="presParOf" srcId="{9D35B0AB-E66F-4023-9EE5-9D5549450695}" destId="{AAEA97AC-14DD-4A57-88EE-188FABF15DB0}" srcOrd="0" destOrd="0" presId="urn:microsoft.com/office/officeart/2005/8/layout/vList5"/>
    <dgm:cxn modelId="{107854EB-6818-4E33-A6D8-C9A8D39AEB94}" type="presParOf" srcId="{62B4953F-0B05-4A46-AEA6-C4730C358A17}" destId="{843EF9FF-16C9-4497-97F0-0DDC85E7873F}" srcOrd="1" destOrd="0" presId="urn:microsoft.com/office/officeart/2005/8/layout/vList5"/>
    <dgm:cxn modelId="{41C20425-10D2-442C-9380-1FC928112CD2}" type="presParOf" srcId="{62B4953F-0B05-4A46-AEA6-C4730C358A17}" destId="{9C6949C7-32C8-4492-AD1A-A9452C51F83E}" srcOrd="2" destOrd="0" presId="urn:microsoft.com/office/officeart/2005/8/layout/vList5"/>
    <dgm:cxn modelId="{8F9195CD-4AB2-4A47-A5BF-92D39BAB606E}" type="presParOf" srcId="{9C6949C7-32C8-4492-AD1A-A9452C51F83E}" destId="{CEED55B3-3D15-401D-A574-EECD63F0A314}" srcOrd="0" destOrd="0" presId="urn:microsoft.com/office/officeart/2005/8/layout/vList5"/>
    <dgm:cxn modelId="{A85BC1A8-784D-4D15-9EC7-6EE0673A4605}" type="presParOf" srcId="{62B4953F-0B05-4A46-AEA6-C4730C358A17}" destId="{D916954A-2FD1-4A71-9B2E-2A898A2219A5}" srcOrd="3" destOrd="0" presId="urn:microsoft.com/office/officeart/2005/8/layout/vList5"/>
    <dgm:cxn modelId="{67CB5C5F-E11D-4109-9335-977A1AA8CA79}" type="presParOf" srcId="{62B4953F-0B05-4A46-AEA6-C4730C358A17}" destId="{24FC1EC0-79BB-4A50-B532-60A73821F40C}" srcOrd="4" destOrd="0" presId="urn:microsoft.com/office/officeart/2005/8/layout/vList5"/>
    <dgm:cxn modelId="{1DBD2808-E0F9-41CD-B635-EED2E7B1CCBF}" type="presParOf" srcId="{24FC1EC0-79BB-4A50-B532-60A73821F40C}" destId="{C3114FDD-8706-4557-9074-084C6977F5DB}" srcOrd="0" destOrd="0" presId="urn:microsoft.com/office/officeart/2005/8/layout/vList5"/>
    <dgm:cxn modelId="{2FD59643-9DC0-41FF-9683-7BA712E58D22}" type="presParOf" srcId="{62B4953F-0B05-4A46-AEA6-C4730C358A17}" destId="{9C27DDE4-A390-4A55-8AED-71727138AB88}" srcOrd="5" destOrd="0" presId="urn:microsoft.com/office/officeart/2005/8/layout/vList5"/>
    <dgm:cxn modelId="{86ACFEA9-F3A6-4E48-8804-2FB151C8E10B}" type="presParOf" srcId="{62B4953F-0B05-4A46-AEA6-C4730C358A17}" destId="{2C2AE095-4946-4FB6-9A22-EF0565CA6081}" srcOrd="6" destOrd="0" presId="urn:microsoft.com/office/officeart/2005/8/layout/vList5"/>
    <dgm:cxn modelId="{586831B1-9283-4BDF-B25B-899D1B41AD85}" type="presParOf" srcId="{2C2AE095-4946-4FB6-9A22-EF0565CA6081}" destId="{B95DA3D0-9D72-4EE7-BCBD-BEC29E55E4DF}" srcOrd="0" destOrd="0" presId="urn:microsoft.com/office/officeart/2005/8/layout/vList5"/>
    <dgm:cxn modelId="{18B7A171-41E2-4A15-A548-62CBFF1E7516}" type="presParOf" srcId="{62B4953F-0B05-4A46-AEA6-C4730C358A17}" destId="{87029C05-7F6B-4BF2-807F-DAAFBEF9904E}" srcOrd="7" destOrd="0" presId="urn:microsoft.com/office/officeart/2005/8/layout/vList5"/>
    <dgm:cxn modelId="{FDC90CE6-5ED0-4C9A-8FE3-3B7BB260B0C0}" type="presParOf" srcId="{62B4953F-0B05-4A46-AEA6-C4730C358A17}" destId="{8D4D758C-4C78-41C6-B4E4-6A9B20D21707}" srcOrd="8" destOrd="0" presId="urn:microsoft.com/office/officeart/2005/8/layout/vList5"/>
    <dgm:cxn modelId="{F49620FB-CE8E-43CC-8381-720D2CEADE26}" type="presParOf" srcId="{8D4D758C-4C78-41C6-B4E4-6A9B20D21707}" destId="{BC16942C-2DB9-4628-8BAC-A7E338B7EADD}" srcOrd="0" destOrd="0" presId="urn:microsoft.com/office/officeart/2005/8/layout/vList5"/>
    <dgm:cxn modelId="{37291534-C9ED-49D1-BDFF-5C33A6329687}" type="presParOf" srcId="{62B4953F-0B05-4A46-AEA6-C4730C358A17}" destId="{9B507AB6-DF45-4D79-92B8-41A4E0A314B9}" srcOrd="9" destOrd="0" presId="urn:microsoft.com/office/officeart/2005/8/layout/vList5"/>
    <dgm:cxn modelId="{B28D9E26-0203-4464-A40E-A814C38E27BE}" type="presParOf" srcId="{62B4953F-0B05-4A46-AEA6-C4730C358A17}" destId="{05F8C1DF-FA69-429F-AEC4-C76D7DD8B90C}" srcOrd="10" destOrd="0" presId="urn:microsoft.com/office/officeart/2005/8/layout/vList5"/>
    <dgm:cxn modelId="{D814A9AC-2675-49CC-A7A9-42D551E914A8}" type="presParOf" srcId="{05F8C1DF-FA69-429F-AEC4-C76D7DD8B90C}" destId="{25C1ADA1-344A-464E-8BE5-A6CAF633C487}" srcOrd="0" destOrd="0" presId="urn:microsoft.com/office/officeart/2005/8/layout/vList5"/>
    <dgm:cxn modelId="{6C168E96-11BC-4B25-A304-5E91BB1CBAC8}" type="presParOf" srcId="{62B4953F-0B05-4A46-AEA6-C4730C358A17}" destId="{4B840C4E-70B9-47AE-B2CF-37E1AD728454}" srcOrd="11" destOrd="0" presId="urn:microsoft.com/office/officeart/2005/8/layout/vList5"/>
    <dgm:cxn modelId="{E826EAA5-1EBA-4128-92A5-C323BB1916D6}" type="presParOf" srcId="{62B4953F-0B05-4A46-AEA6-C4730C358A17}" destId="{87CC7578-7DEB-416C-B77B-233BAE9321A8}" srcOrd="12" destOrd="0" presId="urn:microsoft.com/office/officeart/2005/8/layout/vList5"/>
    <dgm:cxn modelId="{11E2E9A8-D1D4-4B14-985A-E7EB6088F420}" type="presParOf" srcId="{87CC7578-7DEB-416C-B77B-233BAE9321A8}" destId="{1098FBE2-1C9B-42E5-AF05-439CEB5D91F3}" srcOrd="0" destOrd="0" presId="urn:microsoft.com/office/officeart/2005/8/layout/vList5"/>
    <dgm:cxn modelId="{334DB29B-25F6-4630-89E3-4F4DAE353F19}" type="presParOf" srcId="{62B4953F-0B05-4A46-AEA6-C4730C358A17}" destId="{417ACB75-788E-4817-9C3E-F615F276E473}" srcOrd="13" destOrd="0" presId="urn:microsoft.com/office/officeart/2005/8/layout/vList5"/>
    <dgm:cxn modelId="{147850D5-6E1E-4631-9DAA-61853435A07E}" type="presParOf" srcId="{62B4953F-0B05-4A46-AEA6-C4730C358A17}" destId="{CFD5D0F0-70EE-401A-BF4A-2D0152E021A2}" srcOrd="14" destOrd="0" presId="urn:microsoft.com/office/officeart/2005/8/layout/vList5"/>
    <dgm:cxn modelId="{1E306DD4-417D-4338-8873-E4CEDC2356CB}" type="presParOf" srcId="{CFD5D0F0-70EE-401A-BF4A-2D0152E021A2}" destId="{E12D7D97-2D62-4D9F-8CF5-7E6915E25D46}" srcOrd="0" destOrd="0" presId="urn:microsoft.com/office/officeart/2005/8/layout/vList5"/>
    <dgm:cxn modelId="{F18C2458-691B-4B98-BE89-E1A502ECDFD6}" type="presParOf" srcId="{62B4953F-0B05-4A46-AEA6-C4730C358A17}" destId="{DD6DBD15-37BD-4040-A89B-B1785C7DC47A}" srcOrd="15" destOrd="0" presId="urn:microsoft.com/office/officeart/2005/8/layout/vList5"/>
    <dgm:cxn modelId="{49C6031F-8F44-46EA-9586-4EB21570B197}" type="presParOf" srcId="{62B4953F-0B05-4A46-AEA6-C4730C358A17}" destId="{7BF9EDBB-88B3-44CF-ADED-43740DDA6EEB}" srcOrd="16" destOrd="0" presId="urn:microsoft.com/office/officeart/2005/8/layout/vList5"/>
    <dgm:cxn modelId="{746D37EC-9D13-46AB-B7FE-F7D506F0DD25}" type="presParOf" srcId="{7BF9EDBB-88B3-44CF-ADED-43740DDA6EEB}" destId="{47A9C37D-CDF6-4202-8276-D5C994CF9679}" srcOrd="0" destOrd="0" presId="urn:microsoft.com/office/officeart/2005/8/layout/vList5"/>
    <dgm:cxn modelId="{54ADB193-0046-4318-AF8F-3B7D00AF5AAE}" type="presParOf" srcId="{62B4953F-0B05-4A46-AEA6-C4730C358A17}" destId="{0C2A3685-7C5A-4B41-91D1-70C1F014B0C3}" srcOrd="17" destOrd="0" presId="urn:microsoft.com/office/officeart/2005/8/layout/vList5"/>
    <dgm:cxn modelId="{F2D77FDA-92F6-44CC-90AC-3FB1B39F437D}" type="presParOf" srcId="{62B4953F-0B05-4A46-AEA6-C4730C358A17}" destId="{C0446A5F-24EC-4A96-90BF-77D369FCDBDF}" srcOrd="18" destOrd="0" presId="urn:microsoft.com/office/officeart/2005/8/layout/vList5"/>
    <dgm:cxn modelId="{0F7A9E9E-E607-4F2C-A61A-7C7B78661091}" type="presParOf" srcId="{C0446A5F-24EC-4A96-90BF-77D369FCDBDF}" destId="{764DD8C6-078C-44AC-8DEB-A4F70D8F2206}" srcOrd="0" destOrd="0" presId="urn:microsoft.com/office/officeart/2005/8/layout/vList5"/>
    <dgm:cxn modelId="{121FEF3B-2D95-4213-8189-C1E47D5860D7}" type="presParOf" srcId="{62B4953F-0B05-4A46-AEA6-C4730C358A17}" destId="{1454FD94-13AE-4E40-B7CD-75905D3363D8}" srcOrd="19" destOrd="0" presId="urn:microsoft.com/office/officeart/2005/8/layout/vList5"/>
    <dgm:cxn modelId="{C0460F64-D16F-4DB8-8F3E-C3B4656AA266}" type="presParOf" srcId="{62B4953F-0B05-4A46-AEA6-C4730C358A17}" destId="{65DC2E16-C627-4576-9054-42FCDAADC670}" srcOrd="20" destOrd="0" presId="urn:microsoft.com/office/officeart/2005/8/layout/vList5"/>
    <dgm:cxn modelId="{708DAB73-A537-439D-898A-9BF55DF9BDDC}" type="presParOf" srcId="{65DC2E16-C627-4576-9054-42FCDAADC670}" destId="{E645B02D-2548-458E-9973-E78E03BA0583}"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81B169F-A8E1-4572-AC53-A9634F5BD357}" type="doc">
      <dgm:prSet loTypeId="urn:microsoft.com/office/officeart/2005/8/layout/vList5" loCatId="list" qsTypeId="urn:microsoft.com/office/officeart/2005/8/quickstyle/simple1" qsCatId="simple" csTypeId="urn:microsoft.com/office/officeart/2005/8/colors/colorful5" csCatId="colorful"/>
      <dgm:spPr/>
      <dgm:t>
        <a:bodyPr/>
        <a:lstStyle/>
        <a:p>
          <a:endParaRPr lang="en-IN"/>
        </a:p>
      </dgm:t>
    </dgm:pt>
    <dgm:pt modelId="{93CE997C-C541-4218-ABD8-F3704FB1D6D6}">
      <dgm:prSet/>
      <dgm:spPr/>
      <dgm:t>
        <a:bodyPr/>
        <a:lstStyle/>
        <a:p>
          <a:pPr rtl="0"/>
          <a:r>
            <a:rPr lang="en-IN" smtClean="0"/>
            <a:t>Creation of a reusable analytical framework that can be applied across different courses, departments, and semesters. </a:t>
          </a:r>
          <a:endParaRPr lang="en-IN"/>
        </a:p>
      </dgm:t>
    </dgm:pt>
    <dgm:pt modelId="{95BC42AC-BE96-4E72-866E-460DEAB0C129}" type="parTrans" cxnId="{0E95E250-792D-4589-9185-0CD5B23CBCCD}">
      <dgm:prSet/>
      <dgm:spPr/>
      <dgm:t>
        <a:bodyPr/>
        <a:lstStyle/>
        <a:p>
          <a:endParaRPr lang="en-IN"/>
        </a:p>
      </dgm:t>
    </dgm:pt>
    <dgm:pt modelId="{2F84CCE8-760F-4CF6-8359-686B59FC4BB7}" type="sibTrans" cxnId="{0E95E250-792D-4589-9185-0CD5B23CBCCD}">
      <dgm:prSet/>
      <dgm:spPr/>
      <dgm:t>
        <a:bodyPr/>
        <a:lstStyle/>
        <a:p>
          <a:endParaRPr lang="en-IN"/>
        </a:p>
      </dgm:t>
    </dgm:pt>
    <dgm:pt modelId="{C1AF2B51-BC05-44CC-A59D-58A6CF431B04}">
      <dgm:prSet/>
      <dgm:spPr/>
      <dgm:t>
        <a:bodyPr/>
        <a:lstStyle/>
        <a:p>
          <a:pPr rtl="0"/>
          <a:r>
            <a:rPr lang="en-IN" dirty="0" smtClean="0"/>
            <a:t>Improved data-driven decision-making for academic planning and performance enhancement. </a:t>
          </a:r>
          <a:endParaRPr lang="en-IN" dirty="0"/>
        </a:p>
      </dgm:t>
    </dgm:pt>
    <dgm:pt modelId="{C79D5255-EA64-4729-BDE0-7EAE030D80DC}" type="parTrans" cxnId="{EC3676A3-F631-4FD3-AF7B-51ED2581C6FF}">
      <dgm:prSet/>
      <dgm:spPr/>
      <dgm:t>
        <a:bodyPr/>
        <a:lstStyle/>
        <a:p>
          <a:endParaRPr lang="en-IN"/>
        </a:p>
      </dgm:t>
    </dgm:pt>
    <dgm:pt modelId="{535B5BC2-4809-4187-9132-805465EC8A3A}" type="sibTrans" cxnId="{EC3676A3-F631-4FD3-AF7B-51ED2581C6FF}">
      <dgm:prSet/>
      <dgm:spPr/>
      <dgm:t>
        <a:bodyPr/>
        <a:lstStyle/>
        <a:p>
          <a:endParaRPr lang="en-IN"/>
        </a:p>
      </dgm:t>
    </dgm:pt>
    <dgm:pt modelId="{430BFD70-8148-42D0-90C1-F53F9B5D2D38}">
      <dgm:prSet/>
      <dgm:spPr/>
      <dgm:t>
        <a:bodyPr/>
        <a:lstStyle/>
        <a:p>
          <a:pPr rtl="0"/>
          <a:r>
            <a:rPr lang="en-IN" smtClean="0"/>
            <a:t>Ability to track trends and patterns using the 500-response dataset for continuous improvement. </a:t>
          </a:r>
          <a:endParaRPr lang="en-IN"/>
        </a:p>
      </dgm:t>
    </dgm:pt>
    <dgm:pt modelId="{7922142E-CD66-4410-9996-2245BFB871EA}" type="parTrans" cxnId="{4FD7F8EA-602E-4D76-9282-BF49CD6100A0}">
      <dgm:prSet/>
      <dgm:spPr/>
      <dgm:t>
        <a:bodyPr/>
        <a:lstStyle/>
        <a:p>
          <a:endParaRPr lang="en-IN"/>
        </a:p>
      </dgm:t>
    </dgm:pt>
    <dgm:pt modelId="{6645B4A6-45FB-4C5B-A052-3B59A688A9C5}" type="sibTrans" cxnId="{4FD7F8EA-602E-4D76-9282-BF49CD6100A0}">
      <dgm:prSet/>
      <dgm:spPr/>
      <dgm:t>
        <a:bodyPr/>
        <a:lstStyle/>
        <a:p>
          <a:endParaRPr lang="en-IN"/>
        </a:p>
      </dgm:t>
    </dgm:pt>
    <dgm:pt modelId="{8ED1F09E-91BD-4BF4-8111-A0DB93DCE9B0}">
      <dgm:prSet/>
      <dgm:spPr/>
      <dgm:t>
        <a:bodyPr/>
        <a:lstStyle/>
        <a:p>
          <a:pPr rtl="0"/>
          <a:r>
            <a:rPr lang="en-IN" smtClean="0"/>
            <a:t>A complete project deliverable including: </a:t>
          </a:r>
          <a:endParaRPr lang="en-IN"/>
        </a:p>
      </dgm:t>
    </dgm:pt>
    <dgm:pt modelId="{A6F628A7-92A5-4D08-BFD6-FA3262333A44}" type="parTrans" cxnId="{BFBE7C7F-552F-44A5-A6AB-F4AD5ADF9600}">
      <dgm:prSet/>
      <dgm:spPr/>
      <dgm:t>
        <a:bodyPr/>
        <a:lstStyle/>
        <a:p>
          <a:endParaRPr lang="en-IN"/>
        </a:p>
      </dgm:t>
    </dgm:pt>
    <dgm:pt modelId="{8483A9C9-AB8D-42E9-BBA5-06E709BAF78E}" type="sibTrans" cxnId="{BFBE7C7F-552F-44A5-A6AB-F4AD5ADF9600}">
      <dgm:prSet/>
      <dgm:spPr/>
      <dgm:t>
        <a:bodyPr/>
        <a:lstStyle/>
        <a:p>
          <a:endParaRPr lang="en-IN"/>
        </a:p>
      </dgm:t>
    </dgm:pt>
    <dgm:pt modelId="{0289C4F9-AC31-4AC5-B004-EFE7907BAC96}">
      <dgm:prSet/>
      <dgm:spPr/>
      <dgm:t>
        <a:bodyPr/>
        <a:lstStyle/>
        <a:p>
          <a:pPr rtl="0"/>
          <a:r>
            <a:rPr lang="en-IN" smtClean="0"/>
            <a:t>Structured dataset (500 responses) </a:t>
          </a:r>
          <a:endParaRPr lang="en-IN"/>
        </a:p>
      </dgm:t>
    </dgm:pt>
    <dgm:pt modelId="{1CCCF3F3-D28D-458F-A7A0-7972A5CD9BAB}" type="parTrans" cxnId="{CDAA5F0A-0A95-4E57-A163-4AAFDAFBBC1C}">
      <dgm:prSet/>
      <dgm:spPr/>
      <dgm:t>
        <a:bodyPr/>
        <a:lstStyle/>
        <a:p>
          <a:endParaRPr lang="en-IN"/>
        </a:p>
      </dgm:t>
    </dgm:pt>
    <dgm:pt modelId="{7BADD877-6E2F-485B-A6FB-07C28E3993A6}" type="sibTrans" cxnId="{CDAA5F0A-0A95-4E57-A163-4AAFDAFBBC1C}">
      <dgm:prSet/>
      <dgm:spPr/>
      <dgm:t>
        <a:bodyPr/>
        <a:lstStyle/>
        <a:p>
          <a:endParaRPr lang="en-IN"/>
        </a:p>
      </dgm:t>
    </dgm:pt>
    <dgm:pt modelId="{0A9179D7-BB7B-4E33-91FA-F406FCEB5B26}">
      <dgm:prSet/>
      <dgm:spPr/>
      <dgm:t>
        <a:bodyPr/>
        <a:lstStyle/>
        <a:p>
          <a:pPr rtl="0"/>
          <a:r>
            <a:rPr lang="en-IN" smtClean="0"/>
            <a:t>Interactive dashboards (Pivot Tables / Power BI) </a:t>
          </a:r>
          <a:endParaRPr lang="en-IN"/>
        </a:p>
      </dgm:t>
    </dgm:pt>
    <dgm:pt modelId="{18DE3083-D61C-48CB-9746-06A671C32208}" type="parTrans" cxnId="{4C5AC2C8-7F8D-4FF7-A043-184AE4897258}">
      <dgm:prSet/>
      <dgm:spPr/>
      <dgm:t>
        <a:bodyPr/>
        <a:lstStyle/>
        <a:p>
          <a:endParaRPr lang="en-IN"/>
        </a:p>
      </dgm:t>
    </dgm:pt>
    <dgm:pt modelId="{755772C3-D2E7-4C12-B56A-2329B81695E5}" type="sibTrans" cxnId="{4C5AC2C8-7F8D-4FF7-A043-184AE4897258}">
      <dgm:prSet/>
      <dgm:spPr/>
      <dgm:t>
        <a:bodyPr/>
        <a:lstStyle/>
        <a:p>
          <a:endParaRPr lang="en-IN"/>
        </a:p>
      </dgm:t>
    </dgm:pt>
    <dgm:pt modelId="{B094A80E-5408-4ABA-8BE2-E1008EF7F937}">
      <dgm:prSet/>
      <dgm:spPr/>
      <dgm:t>
        <a:bodyPr/>
        <a:lstStyle/>
        <a:p>
          <a:pPr rtl="0"/>
          <a:r>
            <a:rPr lang="en-IN" smtClean="0"/>
            <a:t>AI-generated insights &amp; sentiment analysis </a:t>
          </a:r>
          <a:endParaRPr lang="en-IN"/>
        </a:p>
      </dgm:t>
    </dgm:pt>
    <dgm:pt modelId="{ADB985C3-8023-4216-AE5B-1758C6BB0364}" type="parTrans" cxnId="{D8098E2F-0272-4A85-AEBA-4CC8279662C0}">
      <dgm:prSet/>
      <dgm:spPr/>
      <dgm:t>
        <a:bodyPr/>
        <a:lstStyle/>
        <a:p>
          <a:endParaRPr lang="en-IN"/>
        </a:p>
      </dgm:t>
    </dgm:pt>
    <dgm:pt modelId="{6ABB438F-EB6E-4273-B373-6BF085E67B22}" type="sibTrans" cxnId="{D8098E2F-0272-4A85-AEBA-4CC8279662C0}">
      <dgm:prSet/>
      <dgm:spPr/>
      <dgm:t>
        <a:bodyPr/>
        <a:lstStyle/>
        <a:p>
          <a:endParaRPr lang="en-IN"/>
        </a:p>
      </dgm:t>
    </dgm:pt>
    <dgm:pt modelId="{289FA81C-3106-4287-805A-B3D23B7DBBDD}">
      <dgm:prSet/>
      <dgm:spPr/>
      <dgm:t>
        <a:bodyPr/>
        <a:lstStyle/>
        <a:p>
          <a:pPr rtl="0"/>
          <a:r>
            <a:rPr lang="en-IN" smtClean="0"/>
            <a:t>Documentation and project repository </a:t>
          </a:r>
          <a:endParaRPr lang="en-IN"/>
        </a:p>
      </dgm:t>
    </dgm:pt>
    <dgm:pt modelId="{F3D72990-4D15-4020-9660-7696AFB8B2F4}" type="parTrans" cxnId="{AC8092D7-7EC2-49D2-AE75-2BF80D5CE882}">
      <dgm:prSet/>
      <dgm:spPr/>
      <dgm:t>
        <a:bodyPr/>
        <a:lstStyle/>
        <a:p>
          <a:endParaRPr lang="en-IN"/>
        </a:p>
      </dgm:t>
    </dgm:pt>
    <dgm:pt modelId="{589D2BCE-8560-429E-BF87-C944B9B648AE}" type="sibTrans" cxnId="{AC8092D7-7EC2-49D2-AE75-2BF80D5CE882}">
      <dgm:prSet/>
      <dgm:spPr/>
      <dgm:t>
        <a:bodyPr/>
        <a:lstStyle/>
        <a:p>
          <a:endParaRPr lang="en-IN"/>
        </a:p>
      </dgm:t>
    </dgm:pt>
    <dgm:pt modelId="{67CC47D0-02D3-49F7-A05E-CA7AD9842B59}">
      <dgm:prSet/>
      <dgm:spPr/>
      <dgm:t>
        <a:bodyPr/>
        <a:lstStyle/>
        <a:p>
          <a:pPr rtl="0"/>
          <a:r>
            <a:rPr lang="en-IN" dirty="0" smtClean="0"/>
            <a:t>Overall enhancement in teaching effectiveness, student satisfaction, and institutional performance.</a:t>
          </a:r>
          <a:endParaRPr lang="en-IN" dirty="0"/>
        </a:p>
      </dgm:t>
    </dgm:pt>
    <dgm:pt modelId="{6BB35EB6-84AB-4FFD-9D42-269E14A12607}" type="parTrans" cxnId="{56640D48-F9FE-42AF-AAD6-E48886D80FFF}">
      <dgm:prSet/>
      <dgm:spPr/>
      <dgm:t>
        <a:bodyPr/>
        <a:lstStyle/>
        <a:p>
          <a:endParaRPr lang="en-IN"/>
        </a:p>
      </dgm:t>
    </dgm:pt>
    <dgm:pt modelId="{6E50E4D9-44C3-462B-A616-0F12377F88FB}" type="sibTrans" cxnId="{56640D48-F9FE-42AF-AAD6-E48886D80FFF}">
      <dgm:prSet/>
      <dgm:spPr/>
      <dgm:t>
        <a:bodyPr/>
        <a:lstStyle/>
        <a:p>
          <a:endParaRPr lang="en-IN"/>
        </a:p>
      </dgm:t>
    </dgm:pt>
    <dgm:pt modelId="{31F090E6-C34C-4D9E-AEB9-C1C78F418429}" type="pres">
      <dgm:prSet presAssocID="{581B169F-A8E1-4572-AC53-A9634F5BD357}" presName="Name0" presStyleCnt="0">
        <dgm:presLayoutVars>
          <dgm:dir/>
          <dgm:animLvl val="lvl"/>
          <dgm:resizeHandles val="exact"/>
        </dgm:presLayoutVars>
      </dgm:prSet>
      <dgm:spPr/>
      <dgm:t>
        <a:bodyPr/>
        <a:lstStyle/>
        <a:p>
          <a:endParaRPr lang="en-IN"/>
        </a:p>
      </dgm:t>
    </dgm:pt>
    <dgm:pt modelId="{F90F2708-88F8-4A50-931D-A7BDA6E5FEF4}" type="pres">
      <dgm:prSet presAssocID="{93CE997C-C541-4218-ABD8-F3704FB1D6D6}" presName="linNode" presStyleCnt="0"/>
      <dgm:spPr/>
    </dgm:pt>
    <dgm:pt modelId="{4312283F-7BBA-4A6D-9250-BEFD50E2987B}" type="pres">
      <dgm:prSet presAssocID="{93CE997C-C541-4218-ABD8-F3704FB1D6D6}" presName="parentText" presStyleLbl="node1" presStyleIdx="0" presStyleCnt="9">
        <dgm:presLayoutVars>
          <dgm:chMax val="1"/>
          <dgm:bulletEnabled val="1"/>
        </dgm:presLayoutVars>
      </dgm:prSet>
      <dgm:spPr/>
      <dgm:t>
        <a:bodyPr/>
        <a:lstStyle/>
        <a:p>
          <a:endParaRPr lang="en-IN"/>
        </a:p>
      </dgm:t>
    </dgm:pt>
    <dgm:pt modelId="{092B30DC-9E39-4497-ADD8-828E8BE671D0}" type="pres">
      <dgm:prSet presAssocID="{2F84CCE8-760F-4CF6-8359-686B59FC4BB7}" presName="sp" presStyleCnt="0"/>
      <dgm:spPr/>
    </dgm:pt>
    <dgm:pt modelId="{81CBD185-F688-4BC0-B9F1-3F7638231796}" type="pres">
      <dgm:prSet presAssocID="{C1AF2B51-BC05-44CC-A59D-58A6CF431B04}" presName="linNode" presStyleCnt="0"/>
      <dgm:spPr/>
    </dgm:pt>
    <dgm:pt modelId="{115E0BEA-6C08-436C-882D-6E515EE31906}" type="pres">
      <dgm:prSet presAssocID="{C1AF2B51-BC05-44CC-A59D-58A6CF431B04}" presName="parentText" presStyleLbl="node1" presStyleIdx="1" presStyleCnt="9">
        <dgm:presLayoutVars>
          <dgm:chMax val="1"/>
          <dgm:bulletEnabled val="1"/>
        </dgm:presLayoutVars>
      </dgm:prSet>
      <dgm:spPr/>
      <dgm:t>
        <a:bodyPr/>
        <a:lstStyle/>
        <a:p>
          <a:endParaRPr lang="en-IN"/>
        </a:p>
      </dgm:t>
    </dgm:pt>
    <dgm:pt modelId="{EE5D90BB-5397-4FE9-ABD8-67428E7A85BF}" type="pres">
      <dgm:prSet presAssocID="{535B5BC2-4809-4187-9132-805465EC8A3A}" presName="sp" presStyleCnt="0"/>
      <dgm:spPr/>
    </dgm:pt>
    <dgm:pt modelId="{681309DB-D29A-44E7-BE9C-388BEE34644B}" type="pres">
      <dgm:prSet presAssocID="{430BFD70-8148-42D0-90C1-F53F9B5D2D38}" presName="linNode" presStyleCnt="0"/>
      <dgm:spPr/>
    </dgm:pt>
    <dgm:pt modelId="{3084C0B7-2B35-4FF2-897C-2700AA62A262}" type="pres">
      <dgm:prSet presAssocID="{430BFD70-8148-42D0-90C1-F53F9B5D2D38}" presName="parentText" presStyleLbl="node1" presStyleIdx="2" presStyleCnt="9">
        <dgm:presLayoutVars>
          <dgm:chMax val="1"/>
          <dgm:bulletEnabled val="1"/>
        </dgm:presLayoutVars>
      </dgm:prSet>
      <dgm:spPr/>
      <dgm:t>
        <a:bodyPr/>
        <a:lstStyle/>
        <a:p>
          <a:endParaRPr lang="en-IN"/>
        </a:p>
      </dgm:t>
    </dgm:pt>
    <dgm:pt modelId="{F26E5592-644C-41E0-BED2-505AD1D6DF7E}" type="pres">
      <dgm:prSet presAssocID="{6645B4A6-45FB-4C5B-A052-3B59A688A9C5}" presName="sp" presStyleCnt="0"/>
      <dgm:spPr/>
    </dgm:pt>
    <dgm:pt modelId="{F05B54D9-93C3-4B3D-B753-21BF7B7F477D}" type="pres">
      <dgm:prSet presAssocID="{8ED1F09E-91BD-4BF4-8111-A0DB93DCE9B0}" presName="linNode" presStyleCnt="0"/>
      <dgm:spPr/>
    </dgm:pt>
    <dgm:pt modelId="{455E77B3-AA7F-405B-8744-B0C18ED5AC81}" type="pres">
      <dgm:prSet presAssocID="{8ED1F09E-91BD-4BF4-8111-A0DB93DCE9B0}" presName="parentText" presStyleLbl="node1" presStyleIdx="3" presStyleCnt="9">
        <dgm:presLayoutVars>
          <dgm:chMax val="1"/>
          <dgm:bulletEnabled val="1"/>
        </dgm:presLayoutVars>
      </dgm:prSet>
      <dgm:spPr/>
      <dgm:t>
        <a:bodyPr/>
        <a:lstStyle/>
        <a:p>
          <a:endParaRPr lang="en-IN"/>
        </a:p>
      </dgm:t>
    </dgm:pt>
    <dgm:pt modelId="{261883EF-182B-4EFA-B626-18D6A6C0D88C}" type="pres">
      <dgm:prSet presAssocID="{8483A9C9-AB8D-42E9-BBA5-06E709BAF78E}" presName="sp" presStyleCnt="0"/>
      <dgm:spPr/>
    </dgm:pt>
    <dgm:pt modelId="{E0789B20-59DE-4C07-98D1-06FA859BA644}" type="pres">
      <dgm:prSet presAssocID="{0289C4F9-AC31-4AC5-B004-EFE7907BAC96}" presName="linNode" presStyleCnt="0"/>
      <dgm:spPr/>
    </dgm:pt>
    <dgm:pt modelId="{5DFBB6B3-A1CF-4A2D-AF1E-FF2957C3846C}" type="pres">
      <dgm:prSet presAssocID="{0289C4F9-AC31-4AC5-B004-EFE7907BAC96}" presName="parentText" presStyleLbl="node1" presStyleIdx="4" presStyleCnt="9">
        <dgm:presLayoutVars>
          <dgm:chMax val="1"/>
          <dgm:bulletEnabled val="1"/>
        </dgm:presLayoutVars>
      </dgm:prSet>
      <dgm:spPr/>
      <dgm:t>
        <a:bodyPr/>
        <a:lstStyle/>
        <a:p>
          <a:endParaRPr lang="en-IN"/>
        </a:p>
      </dgm:t>
    </dgm:pt>
    <dgm:pt modelId="{EF7292FD-904A-4089-9F3E-65A8626421E0}" type="pres">
      <dgm:prSet presAssocID="{7BADD877-6E2F-485B-A6FB-07C28E3993A6}" presName="sp" presStyleCnt="0"/>
      <dgm:spPr/>
    </dgm:pt>
    <dgm:pt modelId="{D55F2558-FC87-45F3-B4DF-431C4E3993B0}" type="pres">
      <dgm:prSet presAssocID="{0A9179D7-BB7B-4E33-91FA-F406FCEB5B26}" presName="linNode" presStyleCnt="0"/>
      <dgm:spPr/>
    </dgm:pt>
    <dgm:pt modelId="{EEC06C4B-D8AF-486B-A673-004530437E6E}" type="pres">
      <dgm:prSet presAssocID="{0A9179D7-BB7B-4E33-91FA-F406FCEB5B26}" presName="parentText" presStyleLbl="node1" presStyleIdx="5" presStyleCnt="9">
        <dgm:presLayoutVars>
          <dgm:chMax val="1"/>
          <dgm:bulletEnabled val="1"/>
        </dgm:presLayoutVars>
      </dgm:prSet>
      <dgm:spPr/>
      <dgm:t>
        <a:bodyPr/>
        <a:lstStyle/>
        <a:p>
          <a:endParaRPr lang="en-IN"/>
        </a:p>
      </dgm:t>
    </dgm:pt>
    <dgm:pt modelId="{9733E0F5-0915-4B4A-95F7-2F233218C83D}" type="pres">
      <dgm:prSet presAssocID="{755772C3-D2E7-4C12-B56A-2329B81695E5}" presName="sp" presStyleCnt="0"/>
      <dgm:spPr/>
    </dgm:pt>
    <dgm:pt modelId="{CBB54C5A-0099-4C11-BC83-B4D08DF2549B}" type="pres">
      <dgm:prSet presAssocID="{B094A80E-5408-4ABA-8BE2-E1008EF7F937}" presName="linNode" presStyleCnt="0"/>
      <dgm:spPr/>
    </dgm:pt>
    <dgm:pt modelId="{36259878-FB42-4271-9855-A89B7661F23B}" type="pres">
      <dgm:prSet presAssocID="{B094A80E-5408-4ABA-8BE2-E1008EF7F937}" presName="parentText" presStyleLbl="node1" presStyleIdx="6" presStyleCnt="9">
        <dgm:presLayoutVars>
          <dgm:chMax val="1"/>
          <dgm:bulletEnabled val="1"/>
        </dgm:presLayoutVars>
      </dgm:prSet>
      <dgm:spPr/>
      <dgm:t>
        <a:bodyPr/>
        <a:lstStyle/>
        <a:p>
          <a:endParaRPr lang="en-IN"/>
        </a:p>
      </dgm:t>
    </dgm:pt>
    <dgm:pt modelId="{96C69806-5B44-42B5-8EBA-72476924538B}" type="pres">
      <dgm:prSet presAssocID="{6ABB438F-EB6E-4273-B373-6BF085E67B22}" presName="sp" presStyleCnt="0"/>
      <dgm:spPr/>
    </dgm:pt>
    <dgm:pt modelId="{CA44A3F0-0EB8-47EE-86A5-D9EDF7A309C0}" type="pres">
      <dgm:prSet presAssocID="{289FA81C-3106-4287-805A-B3D23B7DBBDD}" presName="linNode" presStyleCnt="0"/>
      <dgm:spPr/>
    </dgm:pt>
    <dgm:pt modelId="{4F42BE16-2256-4363-B66D-48A8BCF24280}" type="pres">
      <dgm:prSet presAssocID="{289FA81C-3106-4287-805A-B3D23B7DBBDD}" presName="parentText" presStyleLbl="node1" presStyleIdx="7" presStyleCnt="9">
        <dgm:presLayoutVars>
          <dgm:chMax val="1"/>
          <dgm:bulletEnabled val="1"/>
        </dgm:presLayoutVars>
      </dgm:prSet>
      <dgm:spPr/>
      <dgm:t>
        <a:bodyPr/>
        <a:lstStyle/>
        <a:p>
          <a:endParaRPr lang="en-IN"/>
        </a:p>
      </dgm:t>
    </dgm:pt>
    <dgm:pt modelId="{3EEB7C35-61A9-4F8E-A4A2-CD3FC9F74BB5}" type="pres">
      <dgm:prSet presAssocID="{589D2BCE-8560-429E-BF87-C944B9B648AE}" presName="sp" presStyleCnt="0"/>
      <dgm:spPr/>
    </dgm:pt>
    <dgm:pt modelId="{4E8BCBCB-0EF6-4491-A6F1-68A747110393}" type="pres">
      <dgm:prSet presAssocID="{67CC47D0-02D3-49F7-A05E-CA7AD9842B59}" presName="linNode" presStyleCnt="0"/>
      <dgm:spPr/>
    </dgm:pt>
    <dgm:pt modelId="{FA63B01B-AD2F-4F5F-AF94-A46209BF41A6}" type="pres">
      <dgm:prSet presAssocID="{67CC47D0-02D3-49F7-A05E-CA7AD9842B59}" presName="parentText" presStyleLbl="node1" presStyleIdx="8" presStyleCnt="9">
        <dgm:presLayoutVars>
          <dgm:chMax val="1"/>
          <dgm:bulletEnabled val="1"/>
        </dgm:presLayoutVars>
      </dgm:prSet>
      <dgm:spPr/>
      <dgm:t>
        <a:bodyPr/>
        <a:lstStyle/>
        <a:p>
          <a:endParaRPr lang="en-IN"/>
        </a:p>
      </dgm:t>
    </dgm:pt>
  </dgm:ptLst>
  <dgm:cxnLst>
    <dgm:cxn modelId="{3AD2EE75-0C64-4DE0-A82F-96CC1DABB380}" type="presOf" srcId="{0289C4F9-AC31-4AC5-B004-EFE7907BAC96}" destId="{5DFBB6B3-A1CF-4A2D-AF1E-FF2957C3846C}" srcOrd="0" destOrd="0" presId="urn:microsoft.com/office/officeart/2005/8/layout/vList5"/>
    <dgm:cxn modelId="{F5F47BDD-2576-4683-98D9-8506FED46B8E}" type="presOf" srcId="{581B169F-A8E1-4572-AC53-A9634F5BD357}" destId="{31F090E6-C34C-4D9E-AEB9-C1C78F418429}" srcOrd="0" destOrd="0" presId="urn:microsoft.com/office/officeart/2005/8/layout/vList5"/>
    <dgm:cxn modelId="{E005BAA0-B1C6-4F18-82E9-7C7ACBAD9569}" type="presOf" srcId="{C1AF2B51-BC05-44CC-A59D-58A6CF431B04}" destId="{115E0BEA-6C08-436C-882D-6E515EE31906}" srcOrd="0" destOrd="0" presId="urn:microsoft.com/office/officeart/2005/8/layout/vList5"/>
    <dgm:cxn modelId="{4FD7F8EA-602E-4D76-9282-BF49CD6100A0}" srcId="{581B169F-A8E1-4572-AC53-A9634F5BD357}" destId="{430BFD70-8148-42D0-90C1-F53F9B5D2D38}" srcOrd="2" destOrd="0" parTransId="{7922142E-CD66-4410-9996-2245BFB871EA}" sibTransId="{6645B4A6-45FB-4C5B-A052-3B59A688A9C5}"/>
    <dgm:cxn modelId="{4C5AC2C8-7F8D-4FF7-A043-184AE4897258}" srcId="{581B169F-A8E1-4572-AC53-A9634F5BD357}" destId="{0A9179D7-BB7B-4E33-91FA-F406FCEB5B26}" srcOrd="5" destOrd="0" parTransId="{18DE3083-D61C-48CB-9746-06A671C32208}" sibTransId="{755772C3-D2E7-4C12-B56A-2329B81695E5}"/>
    <dgm:cxn modelId="{0512CDE5-E8B1-4CFC-8CBD-EB82C477BB6B}" type="presOf" srcId="{289FA81C-3106-4287-805A-B3D23B7DBBDD}" destId="{4F42BE16-2256-4363-B66D-48A8BCF24280}" srcOrd="0" destOrd="0" presId="urn:microsoft.com/office/officeart/2005/8/layout/vList5"/>
    <dgm:cxn modelId="{CDAA5F0A-0A95-4E57-A163-4AAFDAFBBC1C}" srcId="{581B169F-A8E1-4572-AC53-A9634F5BD357}" destId="{0289C4F9-AC31-4AC5-B004-EFE7907BAC96}" srcOrd="4" destOrd="0" parTransId="{1CCCF3F3-D28D-458F-A7A0-7972A5CD9BAB}" sibTransId="{7BADD877-6E2F-485B-A6FB-07C28E3993A6}"/>
    <dgm:cxn modelId="{AC8092D7-7EC2-49D2-AE75-2BF80D5CE882}" srcId="{581B169F-A8E1-4572-AC53-A9634F5BD357}" destId="{289FA81C-3106-4287-805A-B3D23B7DBBDD}" srcOrd="7" destOrd="0" parTransId="{F3D72990-4D15-4020-9660-7696AFB8B2F4}" sibTransId="{589D2BCE-8560-429E-BF87-C944B9B648AE}"/>
    <dgm:cxn modelId="{56640D48-F9FE-42AF-AAD6-E48886D80FFF}" srcId="{581B169F-A8E1-4572-AC53-A9634F5BD357}" destId="{67CC47D0-02D3-49F7-A05E-CA7AD9842B59}" srcOrd="8" destOrd="0" parTransId="{6BB35EB6-84AB-4FFD-9D42-269E14A12607}" sibTransId="{6E50E4D9-44C3-462B-A616-0F12377F88FB}"/>
    <dgm:cxn modelId="{FB3F41AC-BBC1-4122-BE93-D2A5065EE1AE}" type="presOf" srcId="{67CC47D0-02D3-49F7-A05E-CA7AD9842B59}" destId="{FA63B01B-AD2F-4F5F-AF94-A46209BF41A6}" srcOrd="0" destOrd="0" presId="urn:microsoft.com/office/officeart/2005/8/layout/vList5"/>
    <dgm:cxn modelId="{D8098E2F-0272-4A85-AEBA-4CC8279662C0}" srcId="{581B169F-A8E1-4572-AC53-A9634F5BD357}" destId="{B094A80E-5408-4ABA-8BE2-E1008EF7F937}" srcOrd="6" destOrd="0" parTransId="{ADB985C3-8023-4216-AE5B-1758C6BB0364}" sibTransId="{6ABB438F-EB6E-4273-B373-6BF085E67B22}"/>
    <dgm:cxn modelId="{42B62B84-81B0-4E86-9FD0-589CCCBF7B03}" type="presOf" srcId="{8ED1F09E-91BD-4BF4-8111-A0DB93DCE9B0}" destId="{455E77B3-AA7F-405B-8744-B0C18ED5AC81}" srcOrd="0" destOrd="0" presId="urn:microsoft.com/office/officeart/2005/8/layout/vList5"/>
    <dgm:cxn modelId="{FDF44E17-9587-4A2D-82E6-AA7006F0817C}" type="presOf" srcId="{0A9179D7-BB7B-4E33-91FA-F406FCEB5B26}" destId="{EEC06C4B-D8AF-486B-A673-004530437E6E}" srcOrd="0" destOrd="0" presId="urn:microsoft.com/office/officeart/2005/8/layout/vList5"/>
    <dgm:cxn modelId="{BC16A1BD-D6A9-48E4-85B6-C29532706CAF}" type="presOf" srcId="{430BFD70-8148-42D0-90C1-F53F9B5D2D38}" destId="{3084C0B7-2B35-4FF2-897C-2700AA62A262}" srcOrd="0" destOrd="0" presId="urn:microsoft.com/office/officeart/2005/8/layout/vList5"/>
    <dgm:cxn modelId="{51C0718C-13A4-424F-B8C7-F7DDB603AF2E}" type="presOf" srcId="{93CE997C-C541-4218-ABD8-F3704FB1D6D6}" destId="{4312283F-7BBA-4A6D-9250-BEFD50E2987B}" srcOrd="0" destOrd="0" presId="urn:microsoft.com/office/officeart/2005/8/layout/vList5"/>
    <dgm:cxn modelId="{0E95E250-792D-4589-9185-0CD5B23CBCCD}" srcId="{581B169F-A8E1-4572-AC53-A9634F5BD357}" destId="{93CE997C-C541-4218-ABD8-F3704FB1D6D6}" srcOrd="0" destOrd="0" parTransId="{95BC42AC-BE96-4E72-866E-460DEAB0C129}" sibTransId="{2F84CCE8-760F-4CF6-8359-686B59FC4BB7}"/>
    <dgm:cxn modelId="{C9C6125B-94A3-4DB9-AF1B-9754C8901207}" type="presOf" srcId="{B094A80E-5408-4ABA-8BE2-E1008EF7F937}" destId="{36259878-FB42-4271-9855-A89B7661F23B}" srcOrd="0" destOrd="0" presId="urn:microsoft.com/office/officeart/2005/8/layout/vList5"/>
    <dgm:cxn modelId="{EC3676A3-F631-4FD3-AF7B-51ED2581C6FF}" srcId="{581B169F-A8E1-4572-AC53-A9634F5BD357}" destId="{C1AF2B51-BC05-44CC-A59D-58A6CF431B04}" srcOrd="1" destOrd="0" parTransId="{C79D5255-EA64-4729-BDE0-7EAE030D80DC}" sibTransId="{535B5BC2-4809-4187-9132-805465EC8A3A}"/>
    <dgm:cxn modelId="{BFBE7C7F-552F-44A5-A6AB-F4AD5ADF9600}" srcId="{581B169F-A8E1-4572-AC53-A9634F5BD357}" destId="{8ED1F09E-91BD-4BF4-8111-A0DB93DCE9B0}" srcOrd="3" destOrd="0" parTransId="{A6F628A7-92A5-4D08-BFD6-FA3262333A44}" sibTransId="{8483A9C9-AB8D-42E9-BBA5-06E709BAF78E}"/>
    <dgm:cxn modelId="{9D6C80B8-F33C-4A25-B3BB-426257432A88}" type="presParOf" srcId="{31F090E6-C34C-4D9E-AEB9-C1C78F418429}" destId="{F90F2708-88F8-4A50-931D-A7BDA6E5FEF4}" srcOrd="0" destOrd="0" presId="urn:microsoft.com/office/officeart/2005/8/layout/vList5"/>
    <dgm:cxn modelId="{C8C94019-B6C1-4C01-9E14-E99D8FB5DA18}" type="presParOf" srcId="{F90F2708-88F8-4A50-931D-A7BDA6E5FEF4}" destId="{4312283F-7BBA-4A6D-9250-BEFD50E2987B}" srcOrd="0" destOrd="0" presId="urn:microsoft.com/office/officeart/2005/8/layout/vList5"/>
    <dgm:cxn modelId="{9A028EB8-2905-49A2-97B9-BABF562452B0}" type="presParOf" srcId="{31F090E6-C34C-4D9E-AEB9-C1C78F418429}" destId="{092B30DC-9E39-4497-ADD8-828E8BE671D0}" srcOrd="1" destOrd="0" presId="urn:microsoft.com/office/officeart/2005/8/layout/vList5"/>
    <dgm:cxn modelId="{90278D61-9D6F-4169-B1D4-A84CCCF56D53}" type="presParOf" srcId="{31F090E6-C34C-4D9E-AEB9-C1C78F418429}" destId="{81CBD185-F688-4BC0-B9F1-3F7638231796}" srcOrd="2" destOrd="0" presId="urn:microsoft.com/office/officeart/2005/8/layout/vList5"/>
    <dgm:cxn modelId="{D880459B-A8DC-495B-9081-4F5DA3676727}" type="presParOf" srcId="{81CBD185-F688-4BC0-B9F1-3F7638231796}" destId="{115E0BEA-6C08-436C-882D-6E515EE31906}" srcOrd="0" destOrd="0" presId="urn:microsoft.com/office/officeart/2005/8/layout/vList5"/>
    <dgm:cxn modelId="{CAE10324-E821-48D2-BAD4-B8F6F94087C2}" type="presParOf" srcId="{31F090E6-C34C-4D9E-AEB9-C1C78F418429}" destId="{EE5D90BB-5397-4FE9-ABD8-67428E7A85BF}" srcOrd="3" destOrd="0" presId="urn:microsoft.com/office/officeart/2005/8/layout/vList5"/>
    <dgm:cxn modelId="{68D18954-718C-43A7-B1A8-143A75C5007C}" type="presParOf" srcId="{31F090E6-C34C-4D9E-AEB9-C1C78F418429}" destId="{681309DB-D29A-44E7-BE9C-388BEE34644B}" srcOrd="4" destOrd="0" presId="urn:microsoft.com/office/officeart/2005/8/layout/vList5"/>
    <dgm:cxn modelId="{4F5D61C9-6F45-4106-AB85-1E53714E8401}" type="presParOf" srcId="{681309DB-D29A-44E7-BE9C-388BEE34644B}" destId="{3084C0B7-2B35-4FF2-897C-2700AA62A262}" srcOrd="0" destOrd="0" presId="urn:microsoft.com/office/officeart/2005/8/layout/vList5"/>
    <dgm:cxn modelId="{F0843444-E263-4099-8D67-3AD50C2C1506}" type="presParOf" srcId="{31F090E6-C34C-4D9E-AEB9-C1C78F418429}" destId="{F26E5592-644C-41E0-BED2-505AD1D6DF7E}" srcOrd="5" destOrd="0" presId="urn:microsoft.com/office/officeart/2005/8/layout/vList5"/>
    <dgm:cxn modelId="{22D23A4E-2A4F-46F1-9A02-CEF376298CE2}" type="presParOf" srcId="{31F090E6-C34C-4D9E-AEB9-C1C78F418429}" destId="{F05B54D9-93C3-4B3D-B753-21BF7B7F477D}" srcOrd="6" destOrd="0" presId="urn:microsoft.com/office/officeart/2005/8/layout/vList5"/>
    <dgm:cxn modelId="{BE5E3B68-6603-40DD-8678-8CC2802DCCF9}" type="presParOf" srcId="{F05B54D9-93C3-4B3D-B753-21BF7B7F477D}" destId="{455E77B3-AA7F-405B-8744-B0C18ED5AC81}" srcOrd="0" destOrd="0" presId="urn:microsoft.com/office/officeart/2005/8/layout/vList5"/>
    <dgm:cxn modelId="{CFD53E7D-BAA5-464E-A243-659848FCB05A}" type="presParOf" srcId="{31F090E6-C34C-4D9E-AEB9-C1C78F418429}" destId="{261883EF-182B-4EFA-B626-18D6A6C0D88C}" srcOrd="7" destOrd="0" presId="urn:microsoft.com/office/officeart/2005/8/layout/vList5"/>
    <dgm:cxn modelId="{36A6D7E2-C3E4-42E6-93FF-0F22452FE4FE}" type="presParOf" srcId="{31F090E6-C34C-4D9E-AEB9-C1C78F418429}" destId="{E0789B20-59DE-4C07-98D1-06FA859BA644}" srcOrd="8" destOrd="0" presId="urn:microsoft.com/office/officeart/2005/8/layout/vList5"/>
    <dgm:cxn modelId="{1FFB1EAA-29BE-4D87-BA68-509BBA86A510}" type="presParOf" srcId="{E0789B20-59DE-4C07-98D1-06FA859BA644}" destId="{5DFBB6B3-A1CF-4A2D-AF1E-FF2957C3846C}" srcOrd="0" destOrd="0" presId="urn:microsoft.com/office/officeart/2005/8/layout/vList5"/>
    <dgm:cxn modelId="{B2802C15-9D58-42DE-B2B0-49E0E719D5CB}" type="presParOf" srcId="{31F090E6-C34C-4D9E-AEB9-C1C78F418429}" destId="{EF7292FD-904A-4089-9F3E-65A8626421E0}" srcOrd="9" destOrd="0" presId="urn:microsoft.com/office/officeart/2005/8/layout/vList5"/>
    <dgm:cxn modelId="{070E2739-B716-43AD-9536-8EE9AB80DE59}" type="presParOf" srcId="{31F090E6-C34C-4D9E-AEB9-C1C78F418429}" destId="{D55F2558-FC87-45F3-B4DF-431C4E3993B0}" srcOrd="10" destOrd="0" presId="urn:microsoft.com/office/officeart/2005/8/layout/vList5"/>
    <dgm:cxn modelId="{BCA9097A-6186-4A48-8310-67DE747C286D}" type="presParOf" srcId="{D55F2558-FC87-45F3-B4DF-431C4E3993B0}" destId="{EEC06C4B-D8AF-486B-A673-004530437E6E}" srcOrd="0" destOrd="0" presId="urn:microsoft.com/office/officeart/2005/8/layout/vList5"/>
    <dgm:cxn modelId="{54CE3156-1E5D-4BAA-9BAC-BC848A2C3C38}" type="presParOf" srcId="{31F090E6-C34C-4D9E-AEB9-C1C78F418429}" destId="{9733E0F5-0915-4B4A-95F7-2F233218C83D}" srcOrd="11" destOrd="0" presId="urn:microsoft.com/office/officeart/2005/8/layout/vList5"/>
    <dgm:cxn modelId="{B67BD148-FF59-49F3-9E4C-E10A57C85E48}" type="presParOf" srcId="{31F090E6-C34C-4D9E-AEB9-C1C78F418429}" destId="{CBB54C5A-0099-4C11-BC83-B4D08DF2549B}" srcOrd="12" destOrd="0" presId="urn:microsoft.com/office/officeart/2005/8/layout/vList5"/>
    <dgm:cxn modelId="{A60DB1FC-A47A-4EE1-B22C-D19544E13DEC}" type="presParOf" srcId="{CBB54C5A-0099-4C11-BC83-B4D08DF2549B}" destId="{36259878-FB42-4271-9855-A89B7661F23B}" srcOrd="0" destOrd="0" presId="urn:microsoft.com/office/officeart/2005/8/layout/vList5"/>
    <dgm:cxn modelId="{92EE1387-62FB-46AF-85DA-550983C91D30}" type="presParOf" srcId="{31F090E6-C34C-4D9E-AEB9-C1C78F418429}" destId="{96C69806-5B44-42B5-8EBA-72476924538B}" srcOrd="13" destOrd="0" presId="urn:microsoft.com/office/officeart/2005/8/layout/vList5"/>
    <dgm:cxn modelId="{E975D678-AF9E-401F-941E-9A70E22534F4}" type="presParOf" srcId="{31F090E6-C34C-4D9E-AEB9-C1C78F418429}" destId="{CA44A3F0-0EB8-47EE-86A5-D9EDF7A309C0}" srcOrd="14" destOrd="0" presId="urn:microsoft.com/office/officeart/2005/8/layout/vList5"/>
    <dgm:cxn modelId="{32FB5384-B4CD-4491-8B16-221C081BB09B}" type="presParOf" srcId="{CA44A3F0-0EB8-47EE-86A5-D9EDF7A309C0}" destId="{4F42BE16-2256-4363-B66D-48A8BCF24280}" srcOrd="0" destOrd="0" presId="urn:microsoft.com/office/officeart/2005/8/layout/vList5"/>
    <dgm:cxn modelId="{6F458B51-CD81-423C-B519-7559F48A3CF9}" type="presParOf" srcId="{31F090E6-C34C-4D9E-AEB9-C1C78F418429}" destId="{3EEB7C35-61A9-4F8E-A4A2-CD3FC9F74BB5}" srcOrd="15" destOrd="0" presId="urn:microsoft.com/office/officeart/2005/8/layout/vList5"/>
    <dgm:cxn modelId="{61695B5B-D58B-4E31-8676-34780160FA6A}" type="presParOf" srcId="{31F090E6-C34C-4D9E-AEB9-C1C78F418429}" destId="{4E8BCBCB-0EF6-4491-A6F1-68A747110393}" srcOrd="16" destOrd="0" presId="urn:microsoft.com/office/officeart/2005/8/layout/vList5"/>
    <dgm:cxn modelId="{D4CD8915-802E-4A17-9012-2F3BB6EC1A97}" type="presParOf" srcId="{4E8BCBCB-0EF6-4491-A6F1-68A747110393}" destId="{FA63B01B-AD2F-4F5F-AF94-A46209BF41A6}"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A06588-2770-4B36-9E21-C687CF878977}">
      <dsp:nvSpPr>
        <dsp:cNvPr id="0" name=""/>
        <dsp:cNvSpPr/>
      </dsp:nvSpPr>
      <dsp:spPr>
        <a:xfrm rot="10800000">
          <a:off x="1544628" y="2623"/>
          <a:ext cx="5653463" cy="482544"/>
        </a:xfrm>
        <a:prstGeom prst="homePlat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2789" tIns="49530" rIns="92456" bIns="49530" numCol="1" spcCol="1270" anchor="ctr" anchorCtr="0">
          <a:noAutofit/>
        </a:bodyPr>
        <a:lstStyle/>
        <a:p>
          <a:pPr lvl="0" algn="ctr" defTabSz="577850" rtl="0">
            <a:lnSpc>
              <a:spcPct val="90000"/>
            </a:lnSpc>
            <a:spcBef>
              <a:spcPct val="0"/>
            </a:spcBef>
            <a:spcAft>
              <a:spcPct val="35000"/>
            </a:spcAft>
          </a:pPr>
          <a:r>
            <a:rPr lang="en-US" sz="1300" kern="1200" dirty="0" smtClean="0"/>
            <a:t>Educational institutions collect large volumes of student feedback to evaluate teaching effectiveness and course quality. </a:t>
          </a:r>
          <a:endParaRPr lang="en-IN" sz="1300" kern="1200" dirty="0"/>
        </a:p>
      </dsp:txBody>
      <dsp:txXfrm rot="10800000">
        <a:off x="1665264" y="2623"/>
        <a:ext cx="5532827" cy="482544"/>
      </dsp:txXfrm>
    </dsp:sp>
    <dsp:sp modelId="{FEB0FF6A-AF79-4195-9A50-EFF84E134AAC}">
      <dsp:nvSpPr>
        <dsp:cNvPr id="0" name=""/>
        <dsp:cNvSpPr/>
      </dsp:nvSpPr>
      <dsp:spPr>
        <a:xfrm>
          <a:off x="1303356" y="2623"/>
          <a:ext cx="482544" cy="482544"/>
        </a:xfrm>
        <a:prstGeom prst="ellipse">
          <a:avLst/>
        </a:prstGeom>
        <a:solidFill>
          <a:schemeClr val="accent2">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CBED1B-A2EC-4C24-BD9A-E031E68B5C19}">
      <dsp:nvSpPr>
        <dsp:cNvPr id="0" name=""/>
        <dsp:cNvSpPr/>
      </dsp:nvSpPr>
      <dsp:spPr>
        <a:xfrm rot="10800000">
          <a:off x="1544628" y="629211"/>
          <a:ext cx="5653463" cy="482544"/>
        </a:xfrm>
        <a:prstGeom prst="homePlate">
          <a:avLst/>
        </a:prstGeom>
        <a:solidFill>
          <a:schemeClr val="accent2">
            <a:hueOff val="-242561"/>
            <a:satOff val="-13988"/>
            <a:lumOff val="143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2789" tIns="49530" rIns="92456" bIns="49530" numCol="1" spcCol="1270" anchor="ctr" anchorCtr="0">
          <a:noAutofit/>
        </a:bodyPr>
        <a:lstStyle/>
        <a:p>
          <a:pPr lvl="0" algn="ctr" defTabSz="577850" rtl="0">
            <a:lnSpc>
              <a:spcPct val="90000"/>
            </a:lnSpc>
            <a:spcBef>
              <a:spcPct val="0"/>
            </a:spcBef>
            <a:spcAft>
              <a:spcPct val="35000"/>
            </a:spcAft>
          </a:pPr>
          <a:r>
            <a:rPr lang="en-US" sz="1300" kern="1200" smtClean="0"/>
            <a:t>In this study, 500 responses were collected, covering faculty, courses, departments, and semesters. </a:t>
          </a:r>
          <a:endParaRPr lang="en-IN" sz="1300" kern="1200"/>
        </a:p>
      </dsp:txBody>
      <dsp:txXfrm rot="10800000">
        <a:off x="1665264" y="629211"/>
        <a:ext cx="5532827" cy="482544"/>
      </dsp:txXfrm>
    </dsp:sp>
    <dsp:sp modelId="{A59F8F6E-7B17-4897-837A-44F001F2EC69}">
      <dsp:nvSpPr>
        <dsp:cNvPr id="0" name=""/>
        <dsp:cNvSpPr/>
      </dsp:nvSpPr>
      <dsp:spPr>
        <a:xfrm>
          <a:off x="1303356" y="629211"/>
          <a:ext cx="482544" cy="482544"/>
        </a:xfrm>
        <a:prstGeom prst="ellipse">
          <a:avLst/>
        </a:prstGeom>
        <a:solidFill>
          <a:schemeClr val="accent2">
            <a:tint val="50000"/>
            <a:hueOff val="-146777"/>
            <a:satOff val="-12695"/>
            <a:lumOff val="-12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24A1F3A-02C6-4D02-86B5-30469559B90C}">
      <dsp:nvSpPr>
        <dsp:cNvPr id="0" name=""/>
        <dsp:cNvSpPr/>
      </dsp:nvSpPr>
      <dsp:spPr>
        <a:xfrm rot="10800000">
          <a:off x="1544628" y="1255798"/>
          <a:ext cx="5653463" cy="482544"/>
        </a:xfrm>
        <a:prstGeom prst="homePlate">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2789" tIns="49530" rIns="92456" bIns="49530" numCol="1" spcCol="1270" anchor="ctr" anchorCtr="0">
          <a:noAutofit/>
        </a:bodyPr>
        <a:lstStyle/>
        <a:p>
          <a:pPr lvl="0" algn="ctr" defTabSz="577850" rtl="0">
            <a:lnSpc>
              <a:spcPct val="90000"/>
            </a:lnSpc>
            <a:spcBef>
              <a:spcPct val="0"/>
            </a:spcBef>
            <a:spcAft>
              <a:spcPct val="35000"/>
            </a:spcAft>
          </a:pPr>
          <a:r>
            <a:rPr lang="en-US" sz="1300" kern="1200" smtClean="0"/>
            <a:t>However, this data is often underutilized due to lack of structured analysis and proper analytical tools.</a:t>
          </a:r>
          <a:endParaRPr lang="en-IN" sz="1300" kern="1200"/>
        </a:p>
      </dsp:txBody>
      <dsp:txXfrm rot="10800000">
        <a:off x="1665264" y="1255798"/>
        <a:ext cx="5532827" cy="482544"/>
      </dsp:txXfrm>
    </dsp:sp>
    <dsp:sp modelId="{770A7118-1F1D-4592-AD82-069DD8F4A5ED}">
      <dsp:nvSpPr>
        <dsp:cNvPr id="0" name=""/>
        <dsp:cNvSpPr/>
      </dsp:nvSpPr>
      <dsp:spPr>
        <a:xfrm>
          <a:off x="1303356" y="1255798"/>
          <a:ext cx="482544" cy="482544"/>
        </a:xfrm>
        <a:prstGeom prst="ellipse">
          <a:avLst/>
        </a:prstGeom>
        <a:solidFill>
          <a:schemeClr val="accent2">
            <a:tint val="50000"/>
            <a:hueOff val="-293554"/>
            <a:satOff val="-25390"/>
            <a:lumOff val="-2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5C891F-137D-4CBC-8D82-29AB1523ED53}">
      <dsp:nvSpPr>
        <dsp:cNvPr id="0" name=""/>
        <dsp:cNvSpPr/>
      </dsp:nvSpPr>
      <dsp:spPr>
        <a:xfrm rot="10800000">
          <a:off x="1544628" y="1882386"/>
          <a:ext cx="5653463" cy="482544"/>
        </a:xfrm>
        <a:prstGeom prst="homePlate">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2789" tIns="49530" rIns="92456" bIns="49530" numCol="1" spcCol="1270" anchor="ctr" anchorCtr="0">
          <a:noAutofit/>
        </a:bodyPr>
        <a:lstStyle/>
        <a:p>
          <a:pPr lvl="0" algn="ctr" defTabSz="577850" rtl="0">
            <a:lnSpc>
              <a:spcPct val="90000"/>
            </a:lnSpc>
            <a:spcBef>
              <a:spcPct val="0"/>
            </a:spcBef>
            <a:spcAft>
              <a:spcPct val="35000"/>
            </a:spcAft>
          </a:pPr>
          <a:r>
            <a:rPr lang="en-US" sz="1300" kern="1200" smtClean="0"/>
            <a:t>While numerical ratings are easy to summarize, textual feedback is difficult and time-consuming to analyze manually. </a:t>
          </a:r>
          <a:endParaRPr lang="en-IN" sz="1300" kern="1200"/>
        </a:p>
      </dsp:txBody>
      <dsp:txXfrm rot="10800000">
        <a:off x="1665264" y="1882386"/>
        <a:ext cx="5532827" cy="482544"/>
      </dsp:txXfrm>
    </dsp:sp>
    <dsp:sp modelId="{868378EB-98A2-468D-B2E7-C1BBB59872B6}">
      <dsp:nvSpPr>
        <dsp:cNvPr id="0" name=""/>
        <dsp:cNvSpPr/>
      </dsp:nvSpPr>
      <dsp:spPr>
        <a:xfrm>
          <a:off x="1303356" y="1882386"/>
          <a:ext cx="482544" cy="482544"/>
        </a:xfrm>
        <a:prstGeom prst="ellipse">
          <a:avLst/>
        </a:prstGeom>
        <a:solidFill>
          <a:schemeClr val="accent2">
            <a:tint val="50000"/>
            <a:hueOff val="-440331"/>
            <a:satOff val="-38085"/>
            <a:lumOff val="-3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D8FFBA7-8855-4394-AF18-A80524B97FBA}">
      <dsp:nvSpPr>
        <dsp:cNvPr id="0" name=""/>
        <dsp:cNvSpPr/>
      </dsp:nvSpPr>
      <dsp:spPr>
        <a:xfrm rot="10800000">
          <a:off x="1544628" y="2508973"/>
          <a:ext cx="5653463" cy="482544"/>
        </a:xfrm>
        <a:prstGeom prst="homePlate">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2789" tIns="49530" rIns="92456" bIns="49530" numCol="1" spcCol="1270" anchor="ctr" anchorCtr="0">
          <a:noAutofit/>
        </a:bodyPr>
        <a:lstStyle/>
        <a:p>
          <a:pPr lvl="0" algn="ctr" defTabSz="577850" rtl="0">
            <a:lnSpc>
              <a:spcPct val="90000"/>
            </a:lnSpc>
            <a:spcBef>
              <a:spcPct val="0"/>
            </a:spcBef>
            <a:spcAft>
              <a:spcPct val="35000"/>
            </a:spcAft>
          </a:pPr>
          <a:r>
            <a:rPr lang="en-US" sz="1300" kern="1200" smtClean="0"/>
            <a:t>There is also a lack of integration with AI techniques, making it hard to identify patterns and trends. </a:t>
          </a:r>
          <a:endParaRPr lang="en-IN" sz="1300" kern="1200"/>
        </a:p>
      </dsp:txBody>
      <dsp:txXfrm rot="10800000">
        <a:off x="1665264" y="2508973"/>
        <a:ext cx="5532827" cy="482544"/>
      </dsp:txXfrm>
    </dsp:sp>
    <dsp:sp modelId="{B9C0EF8A-5D90-49E0-A4A9-85662727BE81}">
      <dsp:nvSpPr>
        <dsp:cNvPr id="0" name=""/>
        <dsp:cNvSpPr/>
      </dsp:nvSpPr>
      <dsp:spPr>
        <a:xfrm>
          <a:off x="1303356" y="2508973"/>
          <a:ext cx="482544" cy="482544"/>
        </a:xfrm>
        <a:prstGeom prst="ellipse">
          <a:avLst/>
        </a:prstGeom>
        <a:solidFill>
          <a:schemeClr val="accent2">
            <a:tint val="50000"/>
            <a:hueOff val="-587108"/>
            <a:satOff val="-50780"/>
            <a:lumOff val="-5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63687B-E8BE-4825-9E85-04B28A302021}">
      <dsp:nvSpPr>
        <dsp:cNvPr id="0" name=""/>
        <dsp:cNvSpPr/>
      </dsp:nvSpPr>
      <dsp:spPr>
        <a:xfrm rot="10800000">
          <a:off x="1544628" y="3135561"/>
          <a:ext cx="5653463" cy="482544"/>
        </a:xfrm>
        <a:prstGeom prst="homePlate">
          <a:avLst/>
        </a:prstGeom>
        <a:solidFill>
          <a:schemeClr val="accent2">
            <a:hueOff val="-1212803"/>
            <a:satOff val="-69940"/>
            <a:lumOff val="71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2789" tIns="49530" rIns="92456" bIns="49530" numCol="1" spcCol="1270" anchor="ctr" anchorCtr="0">
          <a:noAutofit/>
        </a:bodyPr>
        <a:lstStyle/>
        <a:p>
          <a:pPr lvl="0" algn="ctr" defTabSz="577850" rtl="0">
            <a:lnSpc>
              <a:spcPct val="90000"/>
            </a:lnSpc>
            <a:spcBef>
              <a:spcPct val="0"/>
            </a:spcBef>
            <a:spcAft>
              <a:spcPct val="35000"/>
            </a:spcAft>
          </a:pPr>
          <a:r>
            <a:rPr lang="en-US" sz="1300" kern="1200" smtClean="0"/>
            <a:t>As a result, important insights related to performance, student satisfaction, and improvement areas are often missed. </a:t>
          </a:r>
          <a:endParaRPr lang="en-IN" sz="1300" kern="1200"/>
        </a:p>
      </dsp:txBody>
      <dsp:txXfrm rot="10800000">
        <a:off x="1665264" y="3135561"/>
        <a:ext cx="5532827" cy="482544"/>
      </dsp:txXfrm>
    </dsp:sp>
    <dsp:sp modelId="{01C0F1DD-539C-4283-A0F4-46E2D8BCAD07}">
      <dsp:nvSpPr>
        <dsp:cNvPr id="0" name=""/>
        <dsp:cNvSpPr/>
      </dsp:nvSpPr>
      <dsp:spPr>
        <a:xfrm>
          <a:off x="1303356" y="3135561"/>
          <a:ext cx="482544" cy="482544"/>
        </a:xfrm>
        <a:prstGeom prst="ellipse">
          <a:avLst/>
        </a:prstGeom>
        <a:solidFill>
          <a:schemeClr val="accent2">
            <a:tint val="50000"/>
            <a:hueOff val="-733885"/>
            <a:satOff val="-63475"/>
            <a:lumOff val="-63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396585-25DC-4452-B1CD-6822998079E5}">
      <dsp:nvSpPr>
        <dsp:cNvPr id="0" name=""/>
        <dsp:cNvSpPr/>
      </dsp:nvSpPr>
      <dsp:spPr>
        <a:xfrm rot="10800000">
          <a:off x="1544628" y="3762148"/>
          <a:ext cx="5653463" cy="482544"/>
        </a:xfrm>
        <a:prstGeom prst="homePlate">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2789" tIns="49530" rIns="92456" bIns="49530" numCol="1" spcCol="1270" anchor="ctr" anchorCtr="0">
          <a:noAutofit/>
        </a:bodyPr>
        <a:lstStyle/>
        <a:p>
          <a:pPr lvl="0" algn="ctr" defTabSz="577850" rtl="0">
            <a:lnSpc>
              <a:spcPct val="90000"/>
            </a:lnSpc>
            <a:spcBef>
              <a:spcPct val="0"/>
            </a:spcBef>
            <a:spcAft>
              <a:spcPct val="35000"/>
            </a:spcAft>
          </a:pPr>
          <a:r>
            <a:rPr lang="en-US" sz="1300" kern="1200" smtClean="0"/>
            <a:t>Therefore, there is a need for a data-driven and AI-enabled system to analyze feedback effectively and support better decision-making.</a:t>
          </a:r>
          <a:endParaRPr lang="en-IN" sz="1300" kern="1200"/>
        </a:p>
      </dsp:txBody>
      <dsp:txXfrm rot="10800000">
        <a:off x="1665264" y="3762148"/>
        <a:ext cx="5532827" cy="482544"/>
      </dsp:txXfrm>
    </dsp:sp>
    <dsp:sp modelId="{6CD4F97A-0795-4A80-BADD-CA6BC296552A}">
      <dsp:nvSpPr>
        <dsp:cNvPr id="0" name=""/>
        <dsp:cNvSpPr/>
      </dsp:nvSpPr>
      <dsp:spPr>
        <a:xfrm>
          <a:off x="1303356" y="3762148"/>
          <a:ext cx="482544" cy="482544"/>
        </a:xfrm>
        <a:prstGeom prst="ellipse">
          <a:avLst/>
        </a:prstGeom>
        <a:solidFill>
          <a:schemeClr val="accent2">
            <a:tint val="50000"/>
            <a:hueOff val="-880662"/>
            <a:satOff val="-76170"/>
            <a:lumOff val="-7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EA97AC-14DD-4A57-88EE-188FABF15DB0}">
      <dsp:nvSpPr>
        <dsp:cNvPr id="0" name=""/>
        <dsp:cNvSpPr/>
      </dsp:nvSpPr>
      <dsp:spPr>
        <a:xfrm>
          <a:off x="2704647" y="1172"/>
          <a:ext cx="3042727" cy="417301"/>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lvl="0" algn="ctr" defTabSz="400050" rtl="0">
            <a:lnSpc>
              <a:spcPct val="90000"/>
            </a:lnSpc>
            <a:spcBef>
              <a:spcPct val="0"/>
            </a:spcBef>
            <a:spcAft>
              <a:spcPct val="35000"/>
            </a:spcAft>
          </a:pPr>
          <a:r>
            <a:rPr lang="en-US" sz="900" kern="1200" smtClean="0"/>
            <a:t>The analysis of 500 student feedback responses will produce a clean and structured dataset for academic evaluation.</a:t>
          </a:r>
          <a:endParaRPr lang="en-IN" sz="900" kern="1200"/>
        </a:p>
      </dsp:txBody>
      <dsp:txXfrm>
        <a:off x="2725018" y="21543"/>
        <a:ext cx="3001985" cy="376559"/>
      </dsp:txXfrm>
    </dsp:sp>
    <dsp:sp modelId="{CEED55B3-3D15-401D-A574-EECD63F0A314}">
      <dsp:nvSpPr>
        <dsp:cNvPr id="0" name=""/>
        <dsp:cNvSpPr/>
      </dsp:nvSpPr>
      <dsp:spPr>
        <a:xfrm>
          <a:off x="2704647" y="439338"/>
          <a:ext cx="3042727" cy="417301"/>
        </a:xfrm>
        <a:prstGeom prst="roundRect">
          <a:avLst/>
        </a:prstGeom>
        <a:solidFill>
          <a:schemeClr val="accent5">
            <a:hueOff val="-735334"/>
            <a:satOff val="-1023"/>
            <a:lumOff val="-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lvl="0" algn="ctr" defTabSz="400050" rtl="0">
            <a:lnSpc>
              <a:spcPct val="90000"/>
            </a:lnSpc>
            <a:spcBef>
              <a:spcPct val="0"/>
            </a:spcBef>
            <a:spcAft>
              <a:spcPct val="35000"/>
            </a:spcAft>
          </a:pPr>
          <a:r>
            <a:rPr lang="en-US" sz="900" kern="1200" smtClean="0"/>
            <a:t>Development of interactive Pivot Tables and dashboards to visualize: </a:t>
          </a:r>
          <a:endParaRPr lang="en-IN" sz="900" kern="1200"/>
        </a:p>
      </dsp:txBody>
      <dsp:txXfrm>
        <a:off x="2725018" y="459709"/>
        <a:ext cx="3001985" cy="376559"/>
      </dsp:txXfrm>
    </dsp:sp>
    <dsp:sp modelId="{C3114FDD-8706-4557-9074-084C6977F5DB}">
      <dsp:nvSpPr>
        <dsp:cNvPr id="0" name=""/>
        <dsp:cNvSpPr/>
      </dsp:nvSpPr>
      <dsp:spPr>
        <a:xfrm>
          <a:off x="2704647" y="877505"/>
          <a:ext cx="3042727" cy="417301"/>
        </a:xfrm>
        <a:prstGeom prst="roundRect">
          <a:avLst/>
        </a:prstGeom>
        <a:solidFill>
          <a:schemeClr val="accent5">
            <a:hueOff val="-1470669"/>
            <a:satOff val="-2046"/>
            <a:lumOff val="-7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lvl="0" algn="ctr" defTabSz="400050" rtl="0">
            <a:lnSpc>
              <a:spcPct val="90000"/>
            </a:lnSpc>
            <a:spcBef>
              <a:spcPct val="0"/>
            </a:spcBef>
            <a:spcAft>
              <a:spcPct val="35000"/>
            </a:spcAft>
          </a:pPr>
          <a:r>
            <a:rPr lang="en-US" sz="900" kern="1200" smtClean="0"/>
            <a:t>Faculty-wise performance </a:t>
          </a:r>
          <a:endParaRPr lang="en-IN" sz="900" kern="1200"/>
        </a:p>
      </dsp:txBody>
      <dsp:txXfrm>
        <a:off x="2725018" y="897876"/>
        <a:ext cx="3001985" cy="376559"/>
      </dsp:txXfrm>
    </dsp:sp>
    <dsp:sp modelId="{B95DA3D0-9D72-4EE7-BCBD-BEC29E55E4DF}">
      <dsp:nvSpPr>
        <dsp:cNvPr id="0" name=""/>
        <dsp:cNvSpPr/>
      </dsp:nvSpPr>
      <dsp:spPr>
        <a:xfrm>
          <a:off x="2704647" y="1315672"/>
          <a:ext cx="3042727" cy="417301"/>
        </a:xfrm>
        <a:prstGeom prst="roundRect">
          <a:avLst/>
        </a:prstGeom>
        <a:solidFill>
          <a:schemeClr val="accent5">
            <a:hueOff val="-2206003"/>
            <a:satOff val="-3068"/>
            <a:lumOff val="-1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lvl="0" algn="ctr" defTabSz="400050" rtl="0">
            <a:lnSpc>
              <a:spcPct val="90000"/>
            </a:lnSpc>
            <a:spcBef>
              <a:spcPct val="0"/>
            </a:spcBef>
            <a:spcAft>
              <a:spcPct val="35000"/>
            </a:spcAft>
          </a:pPr>
          <a:r>
            <a:rPr lang="en-US" sz="900" kern="1200" smtClean="0"/>
            <a:t>Course-wise analysis </a:t>
          </a:r>
          <a:endParaRPr lang="en-IN" sz="900" kern="1200"/>
        </a:p>
      </dsp:txBody>
      <dsp:txXfrm>
        <a:off x="2725018" y="1336043"/>
        <a:ext cx="3001985" cy="376559"/>
      </dsp:txXfrm>
    </dsp:sp>
    <dsp:sp modelId="{BC16942C-2DB9-4628-8BAC-A7E338B7EADD}">
      <dsp:nvSpPr>
        <dsp:cNvPr id="0" name=""/>
        <dsp:cNvSpPr/>
      </dsp:nvSpPr>
      <dsp:spPr>
        <a:xfrm>
          <a:off x="2704647" y="1753839"/>
          <a:ext cx="3042727" cy="417301"/>
        </a:xfrm>
        <a:prstGeom prst="roundRect">
          <a:avLst/>
        </a:prstGeom>
        <a:solidFill>
          <a:schemeClr val="accent5">
            <a:hueOff val="-2941338"/>
            <a:satOff val="-4091"/>
            <a:lumOff val="-1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lvl="0" algn="ctr" defTabSz="400050" rtl="0">
            <a:lnSpc>
              <a:spcPct val="90000"/>
            </a:lnSpc>
            <a:spcBef>
              <a:spcPct val="0"/>
            </a:spcBef>
            <a:spcAft>
              <a:spcPct val="35000"/>
            </a:spcAft>
          </a:pPr>
          <a:r>
            <a:rPr lang="en-US" sz="900" kern="1200" smtClean="0"/>
            <a:t>Department-wise comparison </a:t>
          </a:r>
          <a:endParaRPr lang="en-IN" sz="900" kern="1200"/>
        </a:p>
      </dsp:txBody>
      <dsp:txXfrm>
        <a:off x="2725018" y="1774210"/>
        <a:ext cx="3001985" cy="376559"/>
      </dsp:txXfrm>
    </dsp:sp>
    <dsp:sp modelId="{25C1ADA1-344A-464E-8BE5-A6CAF633C487}">
      <dsp:nvSpPr>
        <dsp:cNvPr id="0" name=""/>
        <dsp:cNvSpPr/>
      </dsp:nvSpPr>
      <dsp:spPr>
        <a:xfrm>
          <a:off x="2704647" y="2192006"/>
          <a:ext cx="3042727" cy="417301"/>
        </a:xfrm>
        <a:prstGeom prst="roundRect">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lvl="0" algn="ctr" defTabSz="400050" rtl="0">
            <a:lnSpc>
              <a:spcPct val="90000"/>
            </a:lnSpc>
            <a:spcBef>
              <a:spcPct val="0"/>
            </a:spcBef>
            <a:spcAft>
              <a:spcPct val="35000"/>
            </a:spcAft>
          </a:pPr>
          <a:r>
            <a:rPr lang="en-US" sz="900" kern="1200" smtClean="0"/>
            <a:t>Semester-wise trends </a:t>
          </a:r>
          <a:endParaRPr lang="en-IN" sz="900" kern="1200"/>
        </a:p>
      </dsp:txBody>
      <dsp:txXfrm>
        <a:off x="2725018" y="2212377"/>
        <a:ext cx="3001985" cy="376559"/>
      </dsp:txXfrm>
    </dsp:sp>
    <dsp:sp modelId="{1098FBE2-1C9B-42E5-AF05-439CEB5D91F3}">
      <dsp:nvSpPr>
        <dsp:cNvPr id="0" name=""/>
        <dsp:cNvSpPr/>
      </dsp:nvSpPr>
      <dsp:spPr>
        <a:xfrm>
          <a:off x="2704647" y="2630172"/>
          <a:ext cx="3042727" cy="417301"/>
        </a:xfrm>
        <a:prstGeom prst="roundRect">
          <a:avLst/>
        </a:prstGeom>
        <a:solidFill>
          <a:schemeClr val="accent5">
            <a:hueOff val="-4412007"/>
            <a:satOff val="-6137"/>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lvl="0" algn="ctr" defTabSz="400050" rtl="0">
            <a:lnSpc>
              <a:spcPct val="90000"/>
            </a:lnSpc>
            <a:spcBef>
              <a:spcPct val="0"/>
            </a:spcBef>
            <a:spcAft>
              <a:spcPct val="35000"/>
            </a:spcAft>
          </a:pPr>
          <a:r>
            <a:rPr lang="en-US" sz="900" kern="1200" smtClean="0"/>
            <a:t>Identification of top-performing faculty and courses along with low-performing areas requiring improvement. </a:t>
          </a:r>
          <a:endParaRPr lang="en-IN" sz="900" kern="1200"/>
        </a:p>
      </dsp:txBody>
      <dsp:txXfrm>
        <a:off x="2725018" y="2650543"/>
        <a:ext cx="3001985" cy="376559"/>
      </dsp:txXfrm>
    </dsp:sp>
    <dsp:sp modelId="{E12D7D97-2D62-4D9F-8CF5-7E6915E25D46}">
      <dsp:nvSpPr>
        <dsp:cNvPr id="0" name=""/>
        <dsp:cNvSpPr/>
      </dsp:nvSpPr>
      <dsp:spPr>
        <a:xfrm>
          <a:off x="2704647" y="3068339"/>
          <a:ext cx="3042727" cy="417301"/>
        </a:xfrm>
        <a:prstGeom prst="roundRect">
          <a:avLst/>
        </a:prstGeom>
        <a:solidFill>
          <a:schemeClr val="accent5">
            <a:hueOff val="-5147341"/>
            <a:satOff val="-7160"/>
            <a:lumOff val="-27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lvl="0" algn="ctr" defTabSz="400050" rtl="0">
            <a:lnSpc>
              <a:spcPct val="90000"/>
            </a:lnSpc>
            <a:spcBef>
              <a:spcPct val="0"/>
            </a:spcBef>
            <a:spcAft>
              <a:spcPct val="35000"/>
            </a:spcAft>
          </a:pPr>
          <a:r>
            <a:rPr lang="en-US" sz="900" kern="1200" smtClean="0"/>
            <a:t>Generation of data-driven insights to support academic planning and decision-making. </a:t>
          </a:r>
          <a:endParaRPr lang="en-IN" sz="900" kern="1200"/>
        </a:p>
      </dsp:txBody>
      <dsp:txXfrm>
        <a:off x="2725018" y="3088710"/>
        <a:ext cx="3001985" cy="376559"/>
      </dsp:txXfrm>
    </dsp:sp>
    <dsp:sp modelId="{47A9C37D-CDF6-4202-8276-D5C994CF9679}">
      <dsp:nvSpPr>
        <dsp:cNvPr id="0" name=""/>
        <dsp:cNvSpPr/>
      </dsp:nvSpPr>
      <dsp:spPr>
        <a:xfrm>
          <a:off x="2704647" y="3506506"/>
          <a:ext cx="3042727" cy="417301"/>
        </a:xfrm>
        <a:prstGeom prst="roundRect">
          <a:avLst/>
        </a:prstGeom>
        <a:solidFill>
          <a:schemeClr val="accent5">
            <a:hueOff val="-5882676"/>
            <a:satOff val="-8182"/>
            <a:lumOff val="-313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lvl="0" algn="ctr" defTabSz="400050" rtl="0">
            <a:lnSpc>
              <a:spcPct val="90000"/>
            </a:lnSpc>
            <a:spcBef>
              <a:spcPct val="0"/>
            </a:spcBef>
            <a:spcAft>
              <a:spcPct val="35000"/>
            </a:spcAft>
          </a:pPr>
          <a:r>
            <a:rPr lang="en-US" sz="900" kern="1200" smtClean="0"/>
            <a:t>Implementation of basic sentiment analysis to interpret student comments effectively. </a:t>
          </a:r>
          <a:endParaRPr lang="en-IN" sz="900" kern="1200"/>
        </a:p>
      </dsp:txBody>
      <dsp:txXfrm>
        <a:off x="2725018" y="3526877"/>
        <a:ext cx="3001985" cy="376559"/>
      </dsp:txXfrm>
    </dsp:sp>
    <dsp:sp modelId="{764DD8C6-078C-44AC-8DEB-A4F70D8F2206}">
      <dsp:nvSpPr>
        <dsp:cNvPr id="0" name=""/>
        <dsp:cNvSpPr/>
      </dsp:nvSpPr>
      <dsp:spPr>
        <a:xfrm>
          <a:off x="2704647" y="3944673"/>
          <a:ext cx="3042727" cy="417301"/>
        </a:xfrm>
        <a:prstGeom prst="roundRect">
          <a:avLst/>
        </a:prstGeom>
        <a:solidFill>
          <a:schemeClr val="accent5">
            <a:hueOff val="-6618010"/>
            <a:satOff val="-9205"/>
            <a:lumOff val="-353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lvl="0" algn="ctr" defTabSz="400050" rtl="0">
            <a:lnSpc>
              <a:spcPct val="90000"/>
            </a:lnSpc>
            <a:spcBef>
              <a:spcPct val="0"/>
            </a:spcBef>
            <a:spcAft>
              <a:spcPct val="35000"/>
            </a:spcAft>
          </a:pPr>
          <a:r>
            <a:rPr lang="en-US" sz="900" kern="1200" smtClean="0"/>
            <a:t>Use of AI-based summarization to extract key themes and recurring issues from feedback. </a:t>
          </a:r>
          <a:endParaRPr lang="en-IN" sz="900" kern="1200"/>
        </a:p>
      </dsp:txBody>
      <dsp:txXfrm>
        <a:off x="2725018" y="3965044"/>
        <a:ext cx="3001985" cy="376559"/>
      </dsp:txXfrm>
    </dsp:sp>
    <dsp:sp modelId="{E645B02D-2548-458E-9973-E78E03BA0583}">
      <dsp:nvSpPr>
        <dsp:cNvPr id="0" name=""/>
        <dsp:cNvSpPr/>
      </dsp:nvSpPr>
      <dsp:spPr>
        <a:xfrm>
          <a:off x="2704647" y="4382840"/>
          <a:ext cx="3042727" cy="417301"/>
        </a:xfrm>
        <a:prstGeom prst="roundRect">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lvl="0" algn="ctr" defTabSz="400050" rtl="0">
            <a:lnSpc>
              <a:spcPct val="90000"/>
            </a:lnSpc>
            <a:spcBef>
              <a:spcPct val="0"/>
            </a:spcBef>
            <a:spcAft>
              <a:spcPct val="35000"/>
            </a:spcAft>
          </a:pPr>
          <a:r>
            <a:rPr lang="en-US" sz="900" kern="1200" smtClean="0"/>
            <a:t>Improved teaching quality, student satisfaction, and institutional performance through actionable insights.</a:t>
          </a:r>
          <a:endParaRPr lang="en-IN" sz="900" kern="1200"/>
        </a:p>
      </dsp:txBody>
      <dsp:txXfrm>
        <a:off x="2725018" y="4403211"/>
        <a:ext cx="3001985" cy="3765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12283F-7BBA-4A6D-9250-BEFD50E2987B}">
      <dsp:nvSpPr>
        <dsp:cNvPr id="0" name=""/>
        <dsp:cNvSpPr/>
      </dsp:nvSpPr>
      <dsp:spPr>
        <a:xfrm>
          <a:off x="2538571" y="1410"/>
          <a:ext cx="2855893" cy="534282"/>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rtl="0">
            <a:lnSpc>
              <a:spcPct val="90000"/>
            </a:lnSpc>
            <a:spcBef>
              <a:spcPct val="0"/>
            </a:spcBef>
            <a:spcAft>
              <a:spcPct val="35000"/>
            </a:spcAft>
          </a:pPr>
          <a:r>
            <a:rPr lang="en-IN" sz="1000" kern="1200" smtClean="0"/>
            <a:t>Creation of a reusable analytical framework that can be applied across different courses, departments, and semesters. </a:t>
          </a:r>
          <a:endParaRPr lang="en-IN" sz="1000" kern="1200"/>
        </a:p>
      </dsp:txBody>
      <dsp:txXfrm>
        <a:off x="2564652" y="27491"/>
        <a:ext cx="2803731" cy="482120"/>
      </dsp:txXfrm>
    </dsp:sp>
    <dsp:sp modelId="{115E0BEA-6C08-436C-882D-6E515EE31906}">
      <dsp:nvSpPr>
        <dsp:cNvPr id="0" name=""/>
        <dsp:cNvSpPr/>
      </dsp:nvSpPr>
      <dsp:spPr>
        <a:xfrm>
          <a:off x="2538571" y="562407"/>
          <a:ext cx="2855893" cy="534282"/>
        </a:xfrm>
        <a:prstGeom prst="roundRect">
          <a:avLst/>
        </a:prstGeom>
        <a:solidFill>
          <a:schemeClr val="accent5">
            <a:hueOff val="-919168"/>
            <a:satOff val="-1278"/>
            <a:lumOff val="-4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rtl="0">
            <a:lnSpc>
              <a:spcPct val="90000"/>
            </a:lnSpc>
            <a:spcBef>
              <a:spcPct val="0"/>
            </a:spcBef>
            <a:spcAft>
              <a:spcPct val="35000"/>
            </a:spcAft>
          </a:pPr>
          <a:r>
            <a:rPr lang="en-IN" sz="1000" kern="1200" dirty="0" smtClean="0"/>
            <a:t>Improved data-driven decision-making for academic planning and performance enhancement. </a:t>
          </a:r>
          <a:endParaRPr lang="en-IN" sz="1000" kern="1200" dirty="0"/>
        </a:p>
      </dsp:txBody>
      <dsp:txXfrm>
        <a:off x="2564652" y="588488"/>
        <a:ext cx="2803731" cy="482120"/>
      </dsp:txXfrm>
    </dsp:sp>
    <dsp:sp modelId="{3084C0B7-2B35-4FF2-897C-2700AA62A262}">
      <dsp:nvSpPr>
        <dsp:cNvPr id="0" name=""/>
        <dsp:cNvSpPr/>
      </dsp:nvSpPr>
      <dsp:spPr>
        <a:xfrm>
          <a:off x="2538571" y="1123404"/>
          <a:ext cx="2855893" cy="534282"/>
        </a:xfrm>
        <a:prstGeom prst="roundRect">
          <a:avLst/>
        </a:prstGeom>
        <a:solidFill>
          <a:schemeClr val="accent5">
            <a:hueOff val="-1838336"/>
            <a:satOff val="-2557"/>
            <a:lumOff val="-9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rtl="0">
            <a:lnSpc>
              <a:spcPct val="90000"/>
            </a:lnSpc>
            <a:spcBef>
              <a:spcPct val="0"/>
            </a:spcBef>
            <a:spcAft>
              <a:spcPct val="35000"/>
            </a:spcAft>
          </a:pPr>
          <a:r>
            <a:rPr lang="en-IN" sz="1000" kern="1200" smtClean="0"/>
            <a:t>Ability to track trends and patterns using the 500-response dataset for continuous improvement. </a:t>
          </a:r>
          <a:endParaRPr lang="en-IN" sz="1000" kern="1200"/>
        </a:p>
      </dsp:txBody>
      <dsp:txXfrm>
        <a:off x="2564652" y="1149485"/>
        <a:ext cx="2803731" cy="482120"/>
      </dsp:txXfrm>
    </dsp:sp>
    <dsp:sp modelId="{455E77B3-AA7F-405B-8744-B0C18ED5AC81}">
      <dsp:nvSpPr>
        <dsp:cNvPr id="0" name=""/>
        <dsp:cNvSpPr/>
      </dsp:nvSpPr>
      <dsp:spPr>
        <a:xfrm>
          <a:off x="2538571" y="1684401"/>
          <a:ext cx="2855893" cy="534282"/>
        </a:xfrm>
        <a:prstGeom prst="roundRect">
          <a:avLst/>
        </a:prstGeom>
        <a:solidFill>
          <a:schemeClr val="accent5">
            <a:hueOff val="-2757504"/>
            <a:satOff val="-3835"/>
            <a:lumOff val="-1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rtl="0">
            <a:lnSpc>
              <a:spcPct val="90000"/>
            </a:lnSpc>
            <a:spcBef>
              <a:spcPct val="0"/>
            </a:spcBef>
            <a:spcAft>
              <a:spcPct val="35000"/>
            </a:spcAft>
          </a:pPr>
          <a:r>
            <a:rPr lang="en-IN" sz="1000" kern="1200" smtClean="0"/>
            <a:t>A complete project deliverable including: </a:t>
          </a:r>
          <a:endParaRPr lang="en-IN" sz="1000" kern="1200"/>
        </a:p>
      </dsp:txBody>
      <dsp:txXfrm>
        <a:off x="2564652" y="1710482"/>
        <a:ext cx="2803731" cy="482120"/>
      </dsp:txXfrm>
    </dsp:sp>
    <dsp:sp modelId="{5DFBB6B3-A1CF-4A2D-AF1E-FF2957C3846C}">
      <dsp:nvSpPr>
        <dsp:cNvPr id="0" name=""/>
        <dsp:cNvSpPr/>
      </dsp:nvSpPr>
      <dsp:spPr>
        <a:xfrm>
          <a:off x="2538571" y="2245398"/>
          <a:ext cx="2855893" cy="534282"/>
        </a:xfrm>
        <a:prstGeom prst="roundRect">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rtl="0">
            <a:lnSpc>
              <a:spcPct val="90000"/>
            </a:lnSpc>
            <a:spcBef>
              <a:spcPct val="0"/>
            </a:spcBef>
            <a:spcAft>
              <a:spcPct val="35000"/>
            </a:spcAft>
          </a:pPr>
          <a:r>
            <a:rPr lang="en-IN" sz="1000" kern="1200" smtClean="0"/>
            <a:t>Structured dataset (500 responses) </a:t>
          </a:r>
          <a:endParaRPr lang="en-IN" sz="1000" kern="1200"/>
        </a:p>
      </dsp:txBody>
      <dsp:txXfrm>
        <a:off x="2564652" y="2271479"/>
        <a:ext cx="2803731" cy="482120"/>
      </dsp:txXfrm>
    </dsp:sp>
    <dsp:sp modelId="{EEC06C4B-D8AF-486B-A673-004530437E6E}">
      <dsp:nvSpPr>
        <dsp:cNvPr id="0" name=""/>
        <dsp:cNvSpPr/>
      </dsp:nvSpPr>
      <dsp:spPr>
        <a:xfrm>
          <a:off x="2538571" y="2806395"/>
          <a:ext cx="2855893" cy="534282"/>
        </a:xfrm>
        <a:prstGeom prst="roundRect">
          <a:avLst/>
        </a:prstGeom>
        <a:solidFill>
          <a:schemeClr val="accent5">
            <a:hueOff val="-4595840"/>
            <a:satOff val="-6392"/>
            <a:lumOff val="-2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rtl="0">
            <a:lnSpc>
              <a:spcPct val="90000"/>
            </a:lnSpc>
            <a:spcBef>
              <a:spcPct val="0"/>
            </a:spcBef>
            <a:spcAft>
              <a:spcPct val="35000"/>
            </a:spcAft>
          </a:pPr>
          <a:r>
            <a:rPr lang="en-IN" sz="1000" kern="1200" smtClean="0"/>
            <a:t>Interactive dashboards (Pivot Tables / Power BI) </a:t>
          </a:r>
          <a:endParaRPr lang="en-IN" sz="1000" kern="1200"/>
        </a:p>
      </dsp:txBody>
      <dsp:txXfrm>
        <a:off x="2564652" y="2832476"/>
        <a:ext cx="2803731" cy="482120"/>
      </dsp:txXfrm>
    </dsp:sp>
    <dsp:sp modelId="{36259878-FB42-4271-9855-A89B7661F23B}">
      <dsp:nvSpPr>
        <dsp:cNvPr id="0" name=""/>
        <dsp:cNvSpPr/>
      </dsp:nvSpPr>
      <dsp:spPr>
        <a:xfrm>
          <a:off x="2538571" y="3367392"/>
          <a:ext cx="2855893" cy="534282"/>
        </a:xfrm>
        <a:prstGeom prst="roundRect">
          <a:avLst/>
        </a:prstGeom>
        <a:solidFill>
          <a:schemeClr val="accent5">
            <a:hueOff val="-5515009"/>
            <a:satOff val="-7671"/>
            <a:lumOff val="-29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rtl="0">
            <a:lnSpc>
              <a:spcPct val="90000"/>
            </a:lnSpc>
            <a:spcBef>
              <a:spcPct val="0"/>
            </a:spcBef>
            <a:spcAft>
              <a:spcPct val="35000"/>
            </a:spcAft>
          </a:pPr>
          <a:r>
            <a:rPr lang="en-IN" sz="1000" kern="1200" smtClean="0"/>
            <a:t>AI-generated insights &amp; sentiment analysis </a:t>
          </a:r>
          <a:endParaRPr lang="en-IN" sz="1000" kern="1200"/>
        </a:p>
      </dsp:txBody>
      <dsp:txXfrm>
        <a:off x="2564652" y="3393473"/>
        <a:ext cx="2803731" cy="482120"/>
      </dsp:txXfrm>
    </dsp:sp>
    <dsp:sp modelId="{4F42BE16-2256-4363-B66D-48A8BCF24280}">
      <dsp:nvSpPr>
        <dsp:cNvPr id="0" name=""/>
        <dsp:cNvSpPr/>
      </dsp:nvSpPr>
      <dsp:spPr>
        <a:xfrm>
          <a:off x="2538571" y="3928389"/>
          <a:ext cx="2855893" cy="534282"/>
        </a:xfrm>
        <a:prstGeom prst="roundRect">
          <a:avLst/>
        </a:prstGeom>
        <a:solidFill>
          <a:schemeClr val="accent5">
            <a:hueOff val="-6434176"/>
            <a:satOff val="-8949"/>
            <a:lumOff val="-34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rtl="0">
            <a:lnSpc>
              <a:spcPct val="90000"/>
            </a:lnSpc>
            <a:spcBef>
              <a:spcPct val="0"/>
            </a:spcBef>
            <a:spcAft>
              <a:spcPct val="35000"/>
            </a:spcAft>
          </a:pPr>
          <a:r>
            <a:rPr lang="en-IN" sz="1000" kern="1200" smtClean="0"/>
            <a:t>Documentation and project repository </a:t>
          </a:r>
          <a:endParaRPr lang="en-IN" sz="1000" kern="1200"/>
        </a:p>
      </dsp:txBody>
      <dsp:txXfrm>
        <a:off x="2564652" y="3954470"/>
        <a:ext cx="2803731" cy="482120"/>
      </dsp:txXfrm>
    </dsp:sp>
    <dsp:sp modelId="{FA63B01B-AD2F-4F5F-AF94-A46209BF41A6}">
      <dsp:nvSpPr>
        <dsp:cNvPr id="0" name=""/>
        <dsp:cNvSpPr/>
      </dsp:nvSpPr>
      <dsp:spPr>
        <a:xfrm>
          <a:off x="2538571" y="4489386"/>
          <a:ext cx="2855893" cy="534282"/>
        </a:xfrm>
        <a:prstGeom prst="roundRect">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rtl="0">
            <a:lnSpc>
              <a:spcPct val="90000"/>
            </a:lnSpc>
            <a:spcBef>
              <a:spcPct val="0"/>
            </a:spcBef>
            <a:spcAft>
              <a:spcPct val="35000"/>
            </a:spcAft>
          </a:pPr>
          <a:r>
            <a:rPr lang="en-IN" sz="1000" kern="1200" dirty="0" smtClean="0"/>
            <a:t>Overall enhancement in teaching effectiveness, student satisfaction, and institutional performance.</a:t>
          </a:r>
          <a:endParaRPr lang="en-IN" sz="1000" kern="1200" dirty="0"/>
        </a:p>
      </dsp:txBody>
      <dsp:txXfrm>
        <a:off x="2564652" y="4515467"/>
        <a:ext cx="2803731" cy="482120"/>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1476769-9AB6-4437-9567-A7C39243AC33}"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CABE1A-269C-4D22-A57D-A66B63C48232}" type="slidenum">
              <a:rPr lang="en-IN" smtClean="0"/>
              <a:t>‹#›</a:t>
            </a:fld>
            <a:endParaRPr lang="en-IN"/>
          </a:p>
        </p:txBody>
      </p:sp>
    </p:spTree>
    <p:extLst>
      <p:ext uri="{BB962C8B-B14F-4D97-AF65-F5344CB8AC3E}">
        <p14:creationId xmlns:p14="http://schemas.microsoft.com/office/powerpoint/2010/main" val="3007267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1476769-9AB6-4437-9567-A7C39243AC33}"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CABE1A-269C-4D22-A57D-A66B63C48232}" type="slidenum">
              <a:rPr lang="en-IN" smtClean="0"/>
              <a:t>‹#›</a:t>
            </a:fld>
            <a:endParaRPr lang="en-IN"/>
          </a:p>
        </p:txBody>
      </p:sp>
    </p:spTree>
    <p:extLst>
      <p:ext uri="{BB962C8B-B14F-4D97-AF65-F5344CB8AC3E}">
        <p14:creationId xmlns:p14="http://schemas.microsoft.com/office/powerpoint/2010/main" val="3413398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1476769-9AB6-4437-9567-A7C39243AC33}"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CABE1A-269C-4D22-A57D-A66B63C48232}" type="slidenum">
              <a:rPr lang="en-IN" smtClean="0"/>
              <a:t>‹#›</a:t>
            </a:fld>
            <a:endParaRPr lang="en-IN"/>
          </a:p>
        </p:txBody>
      </p:sp>
    </p:spTree>
    <p:extLst>
      <p:ext uri="{BB962C8B-B14F-4D97-AF65-F5344CB8AC3E}">
        <p14:creationId xmlns:p14="http://schemas.microsoft.com/office/powerpoint/2010/main" val="2616209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1476769-9AB6-4437-9567-A7C39243AC33}"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CABE1A-269C-4D22-A57D-A66B63C48232}" type="slidenum">
              <a:rPr lang="en-IN" smtClean="0"/>
              <a:t>‹#›</a:t>
            </a:fld>
            <a:endParaRPr lang="en-IN"/>
          </a:p>
        </p:txBody>
      </p:sp>
    </p:spTree>
    <p:extLst>
      <p:ext uri="{BB962C8B-B14F-4D97-AF65-F5344CB8AC3E}">
        <p14:creationId xmlns:p14="http://schemas.microsoft.com/office/powerpoint/2010/main" val="1420696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1476769-9AB6-4437-9567-A7C39243AC33}" type="datetimeFigureOut">
              <a:rPr lang="en-IN" smtClean="0"/>
              <a:t>13-04-2026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7CABE1A-269C-4D22-A57D-A66B63C48232}" type="slidenum">
              <a:rPr lang="en-IN" smtClean="0"/>
              <a:t>‹#›</a:t>
            </a:fld>
            <a:endParaRPr lang="en-IN"/>
          </a:p>
        </p:txBody>
      </p:sp>
    </p:spTree>
    <p:extLst>
      <p:ext uri="{BB962C8B-B14F-4D97-AF65-F5344CB8AC3E}">
        <p14:creationId xmlns:p14="http://schemas.microsoft.com/office/powerpoint/2010/main" val="2907621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1476769-9AB6-4437-9567-A7C39243AC33}" type="datetimeFigureOut">
              <a:rPr lang="en-IN" smtClean="0"/>
              <a:t>13-04-2026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7CABE1A-269C-4D22-A57D-A66B63C48232}" type="slidenum">
              <a:rPr lang="en-IN" smtClean="0"/>
              <a:t>‹#›</a:t>
            </a:fld>
            <a:endParaRPr lang="en-IN"/>
          </a:p>
        </p:txBody>
      </p:sp>
    </p:spTree>
    <p:extLst>
      <p:ext uri="{BB962C8B-B14F-4D97-AF65-F5344CB8AC3E}">
        <p14:creationId xmlns:p14="http://schemas.microsoft.com/office/powerpoint/2010/main" val="91978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476769-9AB6-4437-9567-A7C39243AC33}" type="datetimeFigureOut">
              <a:rPr lang="en-IN" smtClean="0"/>
              <a:t>13-04-2026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7CABE1A-269C-4D22-A57D-A66B63C48232}" type="slidenum">
              <a:rPr lang="en-IN" smtClean="0"/>
              <a:t>‹#›</a:t>
            </a:fld>
            <a:endParaRPr lang="en-IN"/>
          </a:p>
        </p:txBody>
      </p:sp>
    </p:spTree>
    <p:extLst>
      <p:ext uri="{BB962C8B-B14F-4D97-AF65-F5344CB8AC3E}">
        <p14:creationId xmlns:p14="http://schemas.microsoft.com/office/powerpoint/2010/main" val="4222565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476769-9AB6-4437-9567-A7C39243AC33}"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CABE1A-269C-4D22-A57D-A66B63C48232}" type="slidenum">
              <a:rPr lang="en-IN" smtClean="0"/>
              <a:t>‹#›</a:t>
            </a:fld>
            <a:endParaRPr lang="en-IN"/>
          </a:p>
        </p:txBody>
      </p:sp>
    </p:spTree>
    <p:extLst>
      <p:ext uri="{BB962C8B-B14F-4D97-AF65-F5344CB8AC3E}">
        <p14:creationId xmlns:p14="http://schemas.microsoft.com/office/powerpoint/2010/main" val="2852192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476769-9AB6-4437-9567-A7C39243AC33}"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CABE1A-269C-4D22-A57D-A66B63C48232}" type="slidenum">
              <a:rPr lang="en-IN" smtClean="0"/>
              <a:t>‹#›</a:t>
            </a:fld>
            <a:endParaRPr lang="en-IN"/>
          </a:p>
        </p:txBody>
      </p:sp>
    </p:spTree>
    <p:extLst>
      <p:ext uri="{BB962C8B-B14F-4D97-AF65-F5344CB8AC3E}">
        <p14:creationId xmlns:p14="http://schemas.microsoft.com/office/powerpoint/2010/main" val="272313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1476769-9AB6-4437-9567-A7C39243AC33}"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CABE1A-269C-4D22-A57D-A66B63C48232}" type="slidenum">
              <a:rPr lang="en-IN" smtClean="0"/>
              <a:t>‹#›</a:t>
            </a:fld>
            <a:endParaRPr lang="en-IN"/>
          </a:p>
        </p:txBody>
      </p:sp>
    </p:spTree>
    <p:extLst>
      <p:ext uri="{BB962C8B-B14F-4D97-AF65-F5344CB8AC3E}">
        <p14:creationId xmlns:p14="http://schemas.microsoft.com/office/powerpoint/2010/main" val="2376972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1476769-9AB6-4437-9567-A7C39243AC33}"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CABE1A-269C-4D22-A57D-A66B63C48232}" type="slidenum">
              <a:rPr lang="en-IN" smtClean="0"/>
              <a:t>‹#›</a:t>
            </a:fld>
            <a:endParaRPr lang="en-IN"/>
          </a:p>
        </p:txBody>
      </p:sp>
    </p:spTree>
    <p:extLst>
      <p:ext uri="{BB962C8B-B14F-4D97-AF65-F5344CB8AC3E}">
        <p14:creationId xmlns:p14="http://schemas.microsoft.com/office/powerpoint/2010/main" val="905507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76769-9AB6-4437-9567-A7C39243AC33}" type="datetimeFigureOut">
              <a:rPr lang="en-IN" smtClean="0"/>
              <a:t>13-04-2026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CABE1A-269C-4D22-A57D-A66B63C48232}" type="slidenum">
              <a:rPr lang="en-IN" smtClean="0"/>
              <a:t>‹#›</a:t>
            </a:fld>
            <a:endParaRPr lang="en-IN"/>
          </a:p>
        </p:txBody>
      </p:sp>
    </p:spTree>
    <p:extLst>
      <p:ext uri="{BB962C8B-B14F-4D97-AF65-F5344CB8AC3E}">
        <p14:creationId xmlns:p14="http://schemas.microsoft.com/office/powerpoint/2010/main" val="2214953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4415" y="2186110"/>
            <a:ext cx="10845799" cy="1325563"/>
          </a:xfrm>
        </p:spPr>
        <p:txBody>
          <a:bodyPr>
            <a:noAutofit/>
          </a:bodyPr>
          <a:lstStyle/>
          <a:p>
            <a:pPr algn="ctr"/>
            <a:r>
              <a:rPr lang="en-US" sz="4500" b="1" dirty="0" smtClean="0">
                <a:solidFill>
                  <a:schemeClr val="accent2"/>
                </a:solidFill>
                <a:latin typeface="Times New Roman" panose="02020603050405020304" pitchFamily="18" charset="0"/>
                <a:cs typeface="Times New Roman" panose="02020603050405020304" pitchFamily="18" charset="0"/>
              </a:rPr>
              <a:t>STUDENT FEEDBACK AND TEACHING IMPROVEMENT ANALYZER</a:t>
            </a:r>
            <a:endParaRPr lang="en-IN" sz="4500"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7610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37235" y="649416"/>
            <a:ext cx="5026376" cy="369332"/>
          </a:xfrm>
          <a:prstGeom prst="rect">
            <a:avLst/>
          </a:prstGeom>
        </p:spPr>
        <p:txBody>
          <a:bodyPr wrap="none">
            <a:spAutoFit/>
          </a:bodyPr>
          <a:lstStyle/>
          <a:p>
            <a:r>
              <a:rPr lang="en-IN" b="1" kern="100" dirty="0" smtClean="0">
                <a:solidFill>
                  <a:schemeClr val="accent2">
                    <a:lumMod val="50000"/>
                  </a:schemeClr>
                </a:solidFill>
                <a:latin typeface="Times New Roman" panose="02020603050405020304" pitchFamily="18" charset="0"/>
                <a:ea typeface="NSimSun" panose="02010609030101010101" pitchFamily="49" charset="-122"/>
                <a:cs typeface="Arial" panose="020B0604020202020204" pitchFamily="34" charset="0"/>
              </a:rPr>
              <a:t>FACULTY-WISE AVERAGE PERFORMANCE </a:t>
            </a:r>
            <a:endParaRPr lang="en-IN" dirty="0">
              <a:solidFill>
                <a:schemeClr val="accent2">
                  <a:lumMod val="50000"/>
                </a:schemeClr>
              </a:solidFill>
            </a:endParaRPr>
          </a:p>
        </p:txBody>
      </p:sp>
      <p:sp>
        <p:nvSpPr>
          <p:cNvPr id="3" name="Rectangle 2"/>
          <p:cNvSpPr/>
          <p:nvPr/>
        </p:nvSpPr>
        <p:spPr>
          <a:xfrm>
            <a:off x="683740" y="1317186"/>
            <a:ext cx="10997513" cy="2308324"/>
          </a:xfrm>
          <a:prstGeom prst="rect">
            <a:avLst/>
          </a:prstGeom>
        </p:spPr>
        <p:txBody>
          <a:bodyPr wrap="square">
            <a:spAutoFit/>
          </a:bodyPr>
          <a:lstStyle/>
          <a:p>
            <a:pPr>
              <a:spcAft>
                <a:spcPts val="0"/>
              </a:spcAft>
            </a:pPr>
            <a:r>
              <a:rPr lang="en-IN" b="1" kern="100" dirty="0">
                <a:latin typeface="Times New Roman" panose="02020603050405020304" pitchFamily="18" charset="0"/>
                <a:ea typeface="NSimSun" panose="02010609030101010101" pitchFamily="49" charset="-122"/>
                <a:cs typeface="Arial" panose="020B0604020202020204" pitchFamily="34" charset="0"/>
              </a:rPr>
              <a:t>Interpretation</a:t>
            </a:r>
            <a:endParaRPr lang="en-IN" kern="100" dirty="0">
              <a:latin typeface="Times New Roman" panose="02020603050405020304" pitchFamily="18" charset="0"/>
              <a:ea typeface="NSimSun" panose="02010609030101010101" pitchFamily="49" charset="-122"/>
              <a:cs typeface="Arial" panose="020B0604020202020204" pitchFamily="34" charset="0"/>
            </a:endParaRPr>
          </a:p>
          <a:p>
            <a:pPr>
              <a:spcAft>
                <a:spcPts val="0"/>
              </a:spcAft>
            </a:pPr>
            <a:r>
              <a:rPr lang="en-IN" kern="100" dirty="0">
                <a:latin typeface="Times New Roman" panose="02020603050405020304" pitchFamily="18" charset="0"/>
                <a:ea typeface="NSimSun" panose="02010609030101010101" pitchFamily="49" charset="-122"/>
                <a:cs typeface="Arial" panose="020B0604020202020204" pitchFamily="34" charset="0"/>
              </a:rPr>
              <a:t> </a:t>
            </a:r>
          </a:p>
          <a:p>
            <a:pPr algn="just">
              <a:spcAft>
                <a:spcPts val="0"/>
              </a:spcAft>
            </a:pPr>
            <a:r>
              <a:rPr lang="en-IN" kern="100" dirty="0">
                <a:latin typeface="Times New Roman" panose="02020603050405020304" pitchFamily="18" charset="0"/>
                <a:ea typeface="NSimSun" panose="02010609030101010101" pitchFamily="49" charset="-122"/>
                <a:cs typeface="Arial" panose="020B0604020202020204" pitchFamily="34" charset="0"/>
              </a:rPr>
              <a:t>The pivot table analysis reveals noticeable variation in faculty performance based on average student ratings. While a few faculty members such as </a:t>
            </a:r>
            <a:r>
              <a:rPr lang="en-IN" kern="100" dirty="0" err="1">
                <a:latin typeface="Times New Roman" panose="02020603050405020304" pitchFamily="18" charset="0"/>
                <a:ea typeface="NSimSun" panose="02010609030101010101" pitchFamily="49" charset="-122"/>
                <a:cs typeface="Arial" panose="020B0604020202020204" pitchFamily="34" charset="0"/>
              </a:rPr>
              <a:t>Ms.</a:t>
            </a:r>
            <a:r>
              <a:rPr lang="en-IN" kern="100" dirty="0">
                <a:latin typeface="Times New Roman" panose="02020603050405020304" pitchFamily="18" charset="0"/>
                <a:ea typeface="NSimSun" panose="02010609030101010101" pitchFamily="49" charset="-122"/>
                <a:cs typeface="Arial" panose="020B0604020202020204" pitchFamily="34" charset="0"/>
              </a:rPr>
              <a:t> </a:t>
            </a:r>
            <a:r>
              <a:rPr lang="en-IN" kern="100" dirty="0" err="1">
                <a:latin typeface="Times New Roman" panose="02020603050405020304" pitchFamily="18" charset="0"/>
                <a:ea typeface="NSimSun" panose="02010609030101010101" pitchFamily="49" charset="-122"/>
                <a:cs typeface="Arial" panose="020B0604020202020204" pitchFamily="34" charset="0"/>
              </a:rPr>
              <a:t>Pavithra</a:t>
            </a:r>
            <a:r>
              <a:rPr lang="en-IN" kern="100" dirty="0">
                <a:latin typeface="Times New Roman" panose="02020603050405020304" pitchFamily="18" charset="0"/>
                <a:ea typeface="NSimSun" panose="02010609030101010101" pitchFamily="49" charset="-122"/>
                <a:cs typeface="Arial" panose="020B0604020202020204" pitchFamily="34" charset="0"/>
              </a:rPr>
              <a:t> and </a:t>
            </a:r>
            <a:r>
              <a:rPr lang="en-IN" kern="100" dirty="0" err="1">
                <a:latin typeface="Times New Roman" panose="02020603050405020304" pitchFamily="18" charset="0"/>
                <a:ea typeface="NSimSun" panose="02010609030101010101" pitchFamily="49" charset="-122"/>
                <a:cs typeface="Arial" panose="020B0604020202020204" pitchFamily="34" charset="0"/>
              </a:rPr>
              <a:t>Dr.</a:t>
            </a:r>
            <a:r>
              <a:rPr lang="en-IN" kern="100" dirty="0">
                <a:latin typeface="Times New Roman" panose="02020603050405020304" pitchFamily="18" charset="0"/>
                <a:ea typeface="NSimSun" panose="02010609030101010101" pitchFamily="49" charset="-122"/>
                <a:cs typeface="Arial" panose="020B0604020202020204" pitchFamily="34" charset="0"/>
              </a:rPr>
              <a:t> </a:t>
            </a:r>
            <a:r>
              <a:rPr lang="en-IN" kern="100" dirty="0" err="1">
                <a:latin typeface="Times New Roman" panose="02020603050405020304" pitchFamily="18" charset="0"/>
                <a:ea typeface="NSimSun" panose="02010609030101010101" pitchFamily="49" charset="-122"/>
                <a:cs typeface="Arial" panose="020B0604020202020204" pitchFamily="34" charset="0"/>
              </a:rPr>
              <a:t>Meenakshi</a:t>
            </a:r>
            <a:r>
              <a:rPr lang="en-IN" kern="100" dirty="0">
                <a:latin typeface="Times New Roman" panose="02020603050405020304" pitchFamily="18" charset="0"/>
                <a:ea typeface="NSimSun" panose="02010609030101010101" pitchFamily="49" charset="-122"/>
                <a:cs typeface="Arial" panose="020B0604020202020204" pitchFamily="34" charset="0"/>
              </a:rPr>
              <a:t> demonstrate superior teaching effectiveness with the highest average scores, the majority fall within a moderate performance range. Some faculty members exhibit comparatively lower ratings, indicating the need for improvements in teaching clarity, student engagement, and instructional methods. Overall, the results highlight a balanced performance distribution with scope for targeted faculty development initiatives.</a:t>
            </a:r>
            <a:endParaRPr lang="en-IN" kern="100" dirty="0">
              <a:effectLst/>
              <a:latin typeface="Times New Roman" panose="02020603050405020304" pitchFamily="18" charset="0"/>
              <a:ea typeface="NSimSun" panose="02010609030101010101" pitchFamily="49" charset="-122"/>
              <a:cs typeface="Arial" panose="020B0604020202020204" pitchFamily="34" charset="0"/>
            </a:endParaRPr>
          </a:p>
        </p:txBody>
      </p:sp>
    </p:spTree>
    <p:extLst>
      <p:ext uri="{BB962C8B-B14F-4D97-AF65-F5344CB8AC3E}">
        <p14:creationId xmlns:p14="http://schemas.microsoft.com/office/powerpoint/2010/main" val="17915285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7" y="3175"/>
            <a:ext cx="12188809" cy="68548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29476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03332" y="657653"/>
            <a:ext cx="6004785" cy="369332"/>
          </a:xfrm>
          <a:prstGeom prst="rect">
            <a:avLst/>
          </a:prstGeom>
        </p:spPr>
        <p:txBody>
          <a:bodyPr wrap="none">
            <a:spAutoFit/>
          </a:bodyPr>
          <a:lstStyle/>
          <a:p>
            <a:r>
              <a:rPr lang="en-IN" b="1" kern="100" dirty="0" smtClean="0">
                <a:solidFill>
                  <a:schemeClr val="accent2">
                    <a:lumMod val="50000"/>
                  </a:schemeClr>
                </a:solidFill>
                <a:latin typeface="Times New Roman" panose="02020603050405020304" pitchFamily="18" charset="0"/>
                <a:ea typeface="NSimSun" panose="02010609030101010101" pitchFamily="49" charset="-122"/>
                <a:cs typeface="Arial" panose="020B0604020202020204" pitchFamily="34" charset="0"/>
              </a:rPr>
              <a:t>COURSE-WISE PERFORMANCE (AVERAGE RATING)</a:t>
            </a:r>
            <a:endParaRPr lang="en-IN" dirty="0">
              <a:solidFill>
                <a:schemeClr val="accent2">
                  <a:lumMod val="50000"/>
                </a:schemeClr>
              </a:solidFill>
            </a:endParaRPr>
          </a:p>
        </p:txBody>
      </p:sp>
      <p:sp>
        <p:nvSpPr>
          <p:cNvPr id="5" name="Rectangle 4"/>
          <p:cNvSpPr/>
          <p:nvPr/>
        </p:nvSpPr>
        <p:spPr>
          <a:xfrm>
            <a:off x="749643" y="1582341"/>
            <a:ext cx="11022227" cy="2308324"/>
          </a:xfrm>
          <a:prstGeom prst="rect">
            <a:avLst/>
          </a:prstGeom>
        </p:spPr>
        <p:txBody>
          <a:bodyPr wrap="square">
            <a:spAutoFit/>
          </a:bodyPr>
          <a:lstStyle/>
          <a:p>
            <a:pPr algn="just">
              <a:spcAft>
                <a:spcPts val="0"/>
              </a:spcAft>
            </a:pPr>
            <a:r>
              <a:rPr lang="en-IN" b="1" kern="100" dirty="0">
                <a:latin typeface="Times New Roman" panose="02020603050405020304" pitchFamily="18" charset="0"/>
                <a:ea typeface="NSimSun" panose="02010609030101010101" pitchFamily="49" charset="-122"/>
                <a:cs typeface="Arial" panose="020B0604020202020204" pitchFamily="34" charset="0"/>
              </a:rPr>
              <a:t>Interpretation</a:t>
            </a:r>
            <a:endParaRPr lang="en-IN" kern="100" dirty="0">
              <a:latin typeface="Times New Roman" panose="02020603050405020304" pitchFamily="18" charset="0"/>
              <a:ea typeface="NSimSun" panose="02010609030101010101" pitchFamily="49" charset="-122"/>
              <a:cs typeface="Arial" panose="020B0604020202020204" pitchFamily="34" charset="0"/>
            </a:endParaRPr>
          </a:p>
          <a:p>
            <a:pPr algn="just">
              <a:spcAft>
                <a:spcPts val="0"/>
              </a:spcAft>
            </a:pPr>
            <a:r>
              <a:rPr lang="en-IN" b="1" kern="100" dirty="0">
                <a:latin typeface="Times New Roman" panose="02020603050405020304" pitchFamily="18" charset="0"/>
                <a:ea typeface="NSimSun" panose="02010609030101010101" pitchFamily="49" charset="-122"/>
                <a:cs typeface="Arial" panose="020B0604020202020204" pitchFamily="34" charset="0"/>
              </a:rPr>
              <a:t> </a:t>
            </a:r>
            <a:endParaRPr lang="en-IN" kern="100" dirty="0">
              <a:latin typeface="Times New Roman" panose="02020603050405020304" pitchFamily="18" charset="0"/>
              <a:ea typeface="NSimSun" panose="02010609030101010101" pitchFamily="49" charset="-122"/>
              <a:cs typeface="Arial" panose="020B0604020202020204" pitchFamily="34" charset="0"/>
            </a:endParaRPr>
          </a:p>
          <a:p>
            <a:pPr algn="just">
              <a:spcAft>
                <a:spcPts val="0"/>
              </a:spcAft>
            </a:pPr>
            <a:r>
              <a:rPr lang="en-IN" kern="100" dirty="0">
                <a:latin typeface="Times New Roman" panose="02020603050405020304" pitchFamily="18" charset="0"/>
                <a:ea typeface="NSimSun" panose="02010609030101010101" pitchFamily="49" charset="-122"/>
                <a:cs typeface="Arial" panose="020B0604020202020204" pitchFamily="34" charset="0"/>
              </a:rPr>
              <a:t>The course-wise analysis reveals significant variation in student satisfaction levels across different subjects. Courses such as Investment Analysis and HRM demonstrate the highest satisfaction ratings, indicating effective teaching methodologies and strong student engagement. In contrast, courses like Forensic Accounting and Programming with C show comparatively lower ratings, highlighting the need for improved instructional strategies, practical exposure, and enhanced clarity. Overall, the findings suggest that while most courses perform at a moderate level, targeted improvements in specific subjects can significantly enhance overall academic effectiveness.</a:t>
            </a:r>
            <a:endParaRPr lang="en-IN" kern="100" dirty="0">
              <a:effectLst/>
              <a:latin typeface="Times New Roman" panose="02020603050405020304" pitchFamily="18" charset="0"/>
              <a:ea typeface="NSimSun" panose="02010609030101010101" pitchFamily="49" charset="-122"/>
              <a:cs typeface="Arial" panose="020B0604020202020204" pitchFamily="34" charset="0"/>
            </a:endParaRPr>
          </a:p>
        </p:txBody>
      </p:sp>
    </p:spTree>
    <p:extLst>
      <p:ext uri="{BB962C8B-B14F-4D97-AF65-F5344CB8AC3E}">
        <p14:creationId xmlns:p14="http://schemas.microsoft.com/office/powerpoint/2010/main" val="6429290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8" y="4762"/>
            <a:ext cx="12190412" cy="684602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81440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779" y="1997839"/>
            <a:ext cx="10041924" cy="2031325"/>
          </a:xfrm>
          <a:prstGeom prst="rect">
            <a:avLst/>
          </a:prstGeom>
        </p:spPr>
        <p:txBody>
          <a:bodyPr wrap="square">
            <a:spAutoFit/>
          </a:bodyPr>
          <a:lstStyle/>
          <a:p>
            <a:pPr algn="just">
              <a:spcAft>
                <a:spcPts val="0"/>
              </a:spcAft>
            </a:pPr>
            <a:r>
              <a:rPr lang="en-IN" b="1" kern="100" dirty="0">
                <a:latin typeface="Times New Roman" panose="02020603050405020304" pitchFamily="18" charset="0"/>
                <a:ea typeface="NSimSun" panose="02010609030101010101" pitchFamily="49" charset="-122"/>
                <a:cs typeface="Arial" panose="020B0604020202020204" pitchFamily="34" charset="0"/>
              </a:rPr>
              <a:t> </a:t>
            </a:r>
            <a:endParaRPr lang="en-IN" kern="100" dirty="0">
              <a:latin typeface="Times New Roman" panose="02020603050405020304" pitchFamily="18" charset="0"/>
              <a:ea typeface="NSimSun" panose="02010609030101010101" pitchFamily="49" charset="-122"/>
              <a:cs typeface="Arial" panose="020B0604020202020204" pitchFamily="34" charset="0"/>
            </a:endParaRPr>
          </a:p>
          <a:p>
            <a:pPr algn="just">
              <a:spcAft>
                <a:spcPts val="0"/>
              </a:spcAft>
            </a:pPr>
            <a:r>
              <a:rPr lang="en-IN" b="1" kern="100" dirty="0">
                <a:latin typeface="Times New Roman" panose="02020603050405020304" pitchFamily="18" charset="0"/>
                <a:ea typeface="NSimSun" panose="02010609030101010101" pitchFamily="49" charset="-122"/>
                <a:cs typeface="Arial" panose="020B0604020202020204" pitchFamily="34" charset="0"/>
              </a:rPr>
              <a:t>Interpretation </a:t>
            </a:r>
            <a:endParaRPr lang="en-IN" kern="100" dirty="0">
              <a:latin typeface="Times New Roman" panose="02020603050405020304" pitchFamily="18" charset="0"/>
              <a:ea typeface="NSimSun" panose="02010609030101010101" pitchFamily="49" charset="-122"/>
              <a:cs typeface="Arial" panose="020B0604020202020204" pitchFamily="34" charset="0"/>
            </a:endParaRPr>
          </a:p>
          <a:p>
            <a:pPr algn="just">
              <a:spcAft>
                <a:spcPts val="0"/>
              </a:spcAft>
            </a:pPr>
            <a:r>
              <a:rPr lang="en-IN" b="1" kern="100" dirty="0">
                <a:latin typeface="Times New Roman" panose="02020603050405020304" pitchFamily="18" charset="0"/>
                <a:ea typeface="NSimSun" panose="02010609030101010101" pitchFamily="49" charset="-122"/>
                <a:cs typeface="Arial" panose="020B0604020202020204" pitchFamily="34" charset="0"/>
              </a:rPr>
              <a:t> </a:t>
            </a:r>
            <a:endParaRPr lang="en-IN" kern="100" dirty="0">
              <a:latin typeface="Times New Roman" panose="02020603050405020304" pitchFamily="18" charset="0"/>
              <a:ea typeface="NSimSun" panose="02010609030101010101" pitchFamily="49" charset="-122"/>
              <a:cs typeface="Arial" panose="020B0604020202020204" pitchFamily="34" charset="0"/>
            </a:endParaRPr>
          </a:p>
          <a:p>
            <a:pPr algn="just">
              <a:spcAft>
                <a:spcPts val="0"/>
              </a:spcAft>
            </a:pPr>
            <a:r>
              <a:rPr lang="en-IN" kern="100" dirty="0">
                <a:latin typeface="Times New Roman" panose="02020603050405020304" pitchFamily="18" charset="0"/>
                <a:ea typeface="NSimSun" panose="02010609030101010101" pitchFamily="49" charset="-122"/>
                <a:cs typeface="Arial" panose="020B0604020202020204" pitchFamily="34" charset="0"/>
              </a:rPr>
              <a:t>The faculty–course matrix shows that teaching performance varies across subjects, indicating faculty-specific strengths in certain courses. Courses like Banking and HRM receive higher ratings, while Business Management and Operations show relatively lower performance. This suggests the need to align faculty expertise with appropriate courses to improve overall student satisfaction.</a:t>
            </a:r>
            <a:endParaRPr lang="en-IN" kern="100" dirty="0">
              <a:effectLst/>
              <a:latin typeface="Times New Roman" panose="02020603050405020304" pitchFamily="18" charset="0"/>
              <a:ea typeface="NSimSun" panose="02010609030101010101" pitchFamily="49" charset="-122"/>
              <a:cs typeface="Arial" panose="020B0604020202020204" pitchFamily="34" charset="0"/>
            </a:endParaRPr>
          </a:p>
        </p:txBody>
      </p:sp>
      <p:sp>
        <p:nvSpPr>
          <p:cNvPr id="3" name="Rectangle 2"/>
          <p:cNvSpPr/>
          <p:nvPr/>
        </p:nvSpPr>
        <p:spPr>
          <a:xfrm>
            <a:off x="3844967" y="583512"/>
            <a:ext cx="6039217" cy="369332"/>
          </a:xfrm>
          <a:prstGeom prst="rect">
            <a:avLst/>
          </a:prstGeom>
        </p:spPr>
        <p:txBody>
          <a:bodyPr wrap="none">
            <a:spAutoFit/>
          </a:bodyPr>
          <a:lstStyle/>
          <a:p>
            <a:r>
              <a:rPr lang="en-IN" b="1" kern="100" dirty="0" smtClean="0">
                <a:solidFill>
                  <a:schemeClr val="accent2">
                    <a:lumMod val="50000"/>
                  </a:schemeClr>
                </a:solidFill>
                <a:latin typeface="Times New Roman" panose="02020603050405020304" pitchFamily="18" charset="0"/>
                <a:ea typeface="NSimSun" panose="02010609030101010101" pitchFamily="49" charset="-122"/>
                <a:cs typeface="Arial" panose="020B0604020202020204" pitchFamily="34" charset="0"/>
              </a:rPr>
              <a:t>FACULTY VS. COURSE MATRIX (AVERAGE RATING) </a:t>
            </a:r>
            <a:endParaRPr lang="en-IN" dirty="0">
              <a:solidFill>
                <a:schemeClr val="accent2">
                  <a:lumMod val="50000"/>
                </a:schemeClr>
              </a:solidFill>
            </a:endParaRPr>
          </a:p>
        </p:txBody>
      </p:sp>
    </p:spTree>
    <p:extLst>
      <p:ext uri="{BB962C8B-B14F-4D97-AF65-F5344CB8AC3E}">
        <p14:creationId xmlns:p14="http://schemas.microsoft.com/office/powerpoint/2010/main" val="38612436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8" y="4762"/>
            <a:ext cx="12190412" cy="68532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38801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6349"/>
            <a:ext cx="12188825" cy="68543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24404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01637" y="484658"/>
            <a:ext cx="3273397" cy="369332"/>
          </a:xfrm>
          <a:prstGeom prst="rect">
            <a:avLst/>
          </a:prstGeom>
        </p:spPr>
        <p:txBody>
          <a:bodyPr wrap="none">
            <a:spAutoFit/>
          </a:bodyPr>
          <a:lstStyle/>
          <a:p>
            <a:pPr algn="ctr"/>
            <a:r>
              <a:rPr lang="en-IN" b="1" kern="100" dirty="0" smtClean="0">
                <a:solidFill>
                  <a:schemeClr val="accent2">
                    <a:lumMod val="50000"/>
                  </a:schemeClr>
                </a:solidFill>
                <a:latin typeface="Times New Roman" panose="02020603050405020304" pitchFamily="18" charset="0"/>
                <a:ea typeface="NSimSun" panose="02010609030101010101" pitchFamily="49" charset="-122"/>
                <a:cs typeface="Arial" panose="020B0604020202020204" pitchFamily="34" charset="0"/>
              </a:rPr>
              <a:t>QUESTION-WISE ANALYSIS</a:t>
            </a:r>
            <a:endParaRPr lang="en-IN" dirty="0">
              <a:solidFill>
                <a:schemeClr val="accent2">
                  <a:lumMod val="50000"/>
                </a:schemeClr>
              </a:solidFill>
            </a:endParaRPr>
          </a:p>
        </p:txBody>
      </p:sp>
      <p:sp>
        <p:nvSpPr>
          <p:cNvPr id="3" name="Rectangle 2"/>
          <p:cNvSpPr/>
          <p:nvPr/>
        </p:nvSpPr>
        <p:spPr>
          <a:xfrm>
            <a:off x="1359243" y="1720840"/>
            <a:ext cx="10552671" cy="2308324"/>
          </a:xfrm>
          <a:prstGeom prst="rect">
            <a:avLst/>
          </a:prstGeom>
        </p:spPr>
        <p:txBody>
          <a:bodyPr wrap="square">
            <a:spAutoFit/>
          </a:bodyPr>
          <a:lstStyle/>
          <a:p>
            <a:pPr algn="just">
              <a:spcAft>
                <a:spcPts val="0"/>
              </a:spcAft>
            </a:pPr>
            <a:r>
              <a:rPr lang="en-IN" b="1" kern="100" dirty="0">
                <a:latin typeface="Times New Roman" panose="02020603050405020304" pitchFamily="18" charset="0"/>
                <a:ea typeface="NSimSun" panose="02010609030101010101" pitchFamily="49" charset="-122"/>
                <a:cs typeface="Arial" panose="020B0604020202020204" pitchFamily="34" charset="0"/>
              </a:rPr>
              <a:t>Interpretation</a:t>
            </a:r>
            <a:endParaRPr lang="en-IN" kern="100" dirty="0">
              <a:latin typeface="Times New Roman" panose="02020603050405020304" pitchFamily="18" charset="0"/>
              <a:ea typeface="NSimSun" panose="02010609030101010101" pitchFamily="49" charset="-122"/>
              <a:cs typeface="Arial" panose="020B0604020202020204" pitchFamily="34" charset="0"/>
            </a:endParaRPr>
          </a:p>
          <a:p>
            <a:pPr algn="just">
              <a:spcAft>
                <a:spcPts val="0"/>
              </a:spcAft>
            </a:pPr>
            <a:r>
              <a:rPr lang="en-IN" kern="100" dirty="0">
                <a:latin typeface="Times New Roman" panose="02020603050405020304" pitchFamily="18" charset="0"/>
                <a:ea typeface="NSimSun" panose="02010609030101010101" pitchFamily="49" charset="-122"/>
                <a:cs typeface="Arial" panose="020B0604020202020204" pitchFamily="34" charset="0"/>
              </a:rPr>
              <a:t> </a:t>
            </a:r>
          </a:p>
          <a:p>
            <a:pPr algn="just">
              <a:spcAft>
                <a:spcPts val="0"/>
              </a:spcAft>
            </a:pPr>
            <a:r>
              <a:rPr lang="en-IN" kern="100" dirty="0">
                <a:latin typeface="Times New Roman" panose="02020603050405020304" pitchFamily="18" charset="0"/>
                <a:ea typeface="NSimSun" panose="02010609030101010101" pitchFamily="49" charset="-122"/>
                <a:cs typeface="Arial" panose="020B0604020202020204" pitchFamily="34" charset="0"/>
              </a:rPr>
              <a:t>The question-wise analysis reveals moderate variation in student feedback across different teaching parameters. Certain aspects, particularly Q19, Q8, and Q6, receive higher ratings, indicating strong performance in those areas. In contrast, lower ratings observed in Q17, Q15, and Q18 highlight areas requiring improvement, especially in enhancing clarity, engagement, and instructional effectiveness. Overall, the results suggest consistent performance across most parameters, with scope for targeted improvements to enhance overall teaching quality and student satisfaction.</a:t>
            </a:r>
            <a:endParaRPr lang="en-IN" kern="100" dirty="0">
              <a:effectLst/>
              <a:latin typeface="Times New Roman" panose="02020603050405020304" pitchFamily="18" charset="0"/>
              <a:ea typeface="NSimSun" panose="02010609030101010101" pitchFamily="49" charset="-122"/>
              <a:cs typeface="Arial" panose="020B0604020202020204" pitchFamily="34" charset="0"/>
            </a:endParaRPr>
          </a:p>
        </p:txBody>
      </p:sp>
    </p:spTree>
    <p:extLst>
      <p:ext uri="{BB962C8B-B14F-4D97-AF65-F5344CB8AC3E}">
        <p14:creationId xmlns:p14="http://schemas.microsoft.com/office/powerpoint/2010/main" val="39606997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4" y="6350"/>
            <a:ext cx="12188825" cy="68516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06907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p:cNvGraphicFramePr/>
          <p:nvPr>
            <p:extLst>
              <p:ext uri="{D42A27DB-BD31-4B8C-83A1-F6EECF244321}">
                <p14:modId xmlns:p14="http://schemas.microsoft.com/office/powerpoint/2010/main" val="3339956973"/>
              </p:ext>
            </p:extLst>
          </p:nvPr>
        </p:nvGraphicFramePr>
        <p:xfrm>
          <a:off x="848496" y="1363007"/>
          <a:ext cx="8501449" cy="42473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Rectangle 12"/>
          <p:cNvSpPr/>
          <p:nvPr/>
        </p:nvSpPr>
        <p:spPr>
          <a:xfrm>
            <a:off x="2848601" y="564863"/>
            <a:ext cx="4013517" cy="400110"/>
          </a:xfrm>
          <a:prstGeom prst="rect">
            <a:avLst/>
          </a:prstGeom>
        </p:spPr>
        <p:txBody>
          <a:bodyPr wrap="square">
            <a:spAutoFit/>
          </a:bodyPr>
          <a:lstStyle/>
          <a:p>
            <a:pPr lvl="2" algn="ctr">
              <a:spcBef>
                <a:spcPts val="700"/>
              </a:spcBef>
              <a:spcAft>
                <a:spcPts val="600"/>
              </a:spcAft>
              <a:tabLst>
                <a:tab pos="228600" algn="l"/>
              </a:tabLst>
            </a:pPr>
            <a:r>
              <a:rPr lang="en-IN" sz="2000" b="1" kern="100" dirty="0" smtClean="0">
                <a:solidFill>
                  <a:schemeClr val="accent2">
                    <a:lumMod val="50000"/>
                  </a:schemeClr>
                </a:solidFill>
                <a:latin typeface="Times New Roman" panose="02020603050405020304" pitchFamily="18" charset="0"/>
                <a:ea typeface="NSimSun" panose="02010609030101010101" pitchFamily="49" charset="-122"/>
                <a:cs typeface="Arial" panose="020B0604020202020204" pitchFamily="34" charset="0"/>
              </a:rPr>
              <a:t>PROBLEM STATEMENT</a:t>
            </a:r>
            <a:endParaRPr lang="en-IN" sz="2000" b="1" kern="100" dirty="0">
              <a:solidFill>
                <a:schemeClr val="accent2">
                  <a:lumMod val="50000"/>
                </a:schemeClr>
              </a:solidFill>
              <a:effectLst/>
              <a:latin typeface="Times New Roman" panose="02020603050405020304" pitchFamily="18" charset="0"/>
              <a:ea typeface="NSimSun" panose="02010609030101010101" pitchFamily="49" charset="-122"/>
              <a:cs typeface="Arial" panose="020B0604020202020204" pitchFamily="34" charset="0"/>
            </a:endParaRPr>
          </a:p>
        </p:txBody>
      </p:sp>
    </p:spTree>
    <p:extLst>
      <p:ext uri="{BB962C8B-B14F-4D97-AF65-F5344CB8AC3E}">
        <p14:creationId xmlns:p14="http://schemas.microsoft.com/office/powerpoint/2010/main" val="17411557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037352" y="649416"/>
            <a:ext cx="3211135" cy="400110"/>
          </a:xfrm>
          <a:prstGeom prst="rect">
            <a:avLst/>
          </a:prstGeom>
        </p:spPr>
        <p:txBody>
          <a:bodyPr wrap="none">
            <a:spAutoFit/>
          </a:bodyPr>
          <a:lstStyle/>
          <a:p>
            <a:pPr algn="just">
              <a:spcAft>
                <a:spcPts val="0"/>
              </a:spcAft>
            </a:pPr>
            <a:r>
              <a:rPr lang="en-IN" sz="2000" b="1" kern="100" dirty="0" smtClean="0">
                <a:solidFill>
                  <a:schemeClr val="accent2">
                    <a:lumMod val="50000"/>
                  </a:schemeClr>
                </a:solidFill>
                <a:latin typeface="Times New Roman" panose="02020603050405020304" pitchFamily="18" charset="0"/>
                <a:ea typeface="NSimSun" panose="02010609030101010101" pitchFamily="49" charset="-122"/>
                <a:cs typeface="Arial" panose="020B0604020202020204" pitchFamily="34" charset="0"/>
              </a:rPr>
              <a:t>EXPECTED OUTCOMES </a:t>
            </a:r>
            <a:endParaRPr lang="en-IN" sz="2000" b="1" kern="100" dirty="0">
              <a:solidFill>
                <a:schemeClr val="accent2">
                  <a:lumMod val="50000"/>
                </a:schemeClr>
              </a:solidFill>
              <a:effectLst/>
              <a:latin typeface="Times New Roman" panose="02020603050405020304" pitchFamily="18" charset="0"/>
              <a:ea typeface="NSimSun" panose="02010609030101010101" pitchFamily="49" charset="-122"/>
              <a:cs typeface="Arial" panose="020B0604020202020204" pitchFamily="34" charset="0"/>
            </a:endParaRPr>
          </a:p>
        </p:txBody>
      </p:sp>
      <p:graphicFrame>
        <p:nvGraphicFramePr>
          <p:cNvPr id="9" name="Diagram 8"/>
          <p:cNvGraphicFramePr/>
          <p:nvPr>
            <p:extLst>
              <p:ext uri="{D42A27DB-BD31-4B8C-83A1-F6EECF244321}">
                <p14:modId xmlns:p14="http://schemas.microsoft.com/office/powerpoint/2010/main" val="2047106360"/>
              </p:ext>
            </p:extLst>
          </p:nvPr>
        </p:nvGraphicFramePr>
        <p:xfrm>
          <a:off x="1515762" y="1272390"/>
          <a:ext cx="8452022" cy="48013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409830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extLst>
              <p:ext uri="{D42A27DB-BD31-4B8C-83A1-F6EECF244321}">
                <p14:modId xmlns:p14="http://schemas.microsoft.com/office/powerpoint/2010/main" val="2791016352"/>
              </p:ext>
            </p:extLst>
          </p:nvPr>
        </p:nvGraphicFramePr>
        <p:xfrm>
          <a:off x="1680519" y="947352"/>
          <a:ext cx="7933037" cy="5025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049344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7892" y="2498724"/>
            <a:ext cx="2921000" cy="1325563"/>
          </a:xfrm>
        </p:spPr>
        <p:txBody>
          <a:bodyPr/>
          <a:lstStyle/>
          <a:p>
            <a:r>
              <a:rPr lang="en-US" b="1" i="1" dirty="0" smtClean="0">
                <a:solidFill>
                  <a:schemeClr val="accent4">
                    <a:lumMod val="50000"/>
                  </a:schemeClr>
                </a:solidFill>
              </a:rPr>
              <a:t>THANK YOU</a:t>
            </a:r>
            <a:endParaRPr lang="en-IN" b="1" i="1" dirty="0">
              <a:solidFill>
                <a:schemeClr val="accent4">
                  <a:lumMod val="50000"/>
                </a:schemeClr>
              </a:solidFill>
            </a:endParaRPr>
          </a:p>
        </p:txBody>
      </p:sp>
    </p:spTree>
    <p:extLst>
      <p:ext uri="{BB962C8B-B14F-4D97-AF65-F5344CB8AC3E}">
        <p14:creationId xmlns:p14="http://schemas.microsoft.com/office/powerpoint/2010/main" val="4179643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352</Words>
  <Application>Microsoft Office PowerPoint</Application>
  <PresentationFormat>Widescreen</PresentationFormat>
  <Paragraphs>48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NSimSun</vt:lpstr>
      <vt:lpstr>Arial</vt:lpstr>
      <vt:lpstr>Calibri</vt:lpstr>
      <vt:lpstr>Calibri Light</vt:lpstr>
      <vt:lpstr>Times New Roman</vt:lpstr>
      <vt:lpstr>Office Theme</vt:lpstr>
      <vt:lpstr>STUDENT FEEDBACK AND TEACHING IMPROVEMENT ANALYZER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VELTECH</dc:creator>
  <cp:lastModifiedBy>VELTECH</cp:lastModifiedBy>
  <cp:revision>8</cp:revision>
  <dcterms:created xsi:type="dcterms:W3CDTF">2026-04-13T08:19:23Z</dcterms:created>
  <dcterms:modified xsi:type="dcterms:W3CDTF">2026-04-13T10:37:22Z</dcterms:modified>
</cp:coreProperties>
</file>